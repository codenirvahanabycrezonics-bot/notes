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60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164AD8-78C9-42CF-97DD-034FA9DF42FC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3B611B58-9906-4851-90E6-C58919316D16}">
      <dgm:prSet/>
      <dgm:spPr/>
      <dgm:t>
        <a:bodyPr/>
        <a:lstStyle/>
        <a:p>
          <a:r>
            <a:rPr lang="en-IN"/>
            <a:t>AI is transforming every industry. </a:t>
          </a:r>
        </a:p>
      </dgm:t>
    </dgm:pt>
    <dgm:pt modelId="{68E2A722-F094-487D-9801-382E2996CDD6}" type="parTrans" cxnId="{E88945BE-738D-49C0-90ED-418EFA9C22EB}">
      <dgm:prSet/>
      <dgm:spPr/>
      <dgm:t>
        <a:bodyPr/>
        <a:lstStyle/>
        <a:p>
          <a:endParaRPr lang="en-IN"/>
        </a:p>
      </dgm:t>
    </dgm:pt>
    <dgm:pt modelId="{2F4ACDD1-671F-4EC3-AC25-1376063D5048}" type="sibTrans" cxnId="{E88945BE-738D-49C0-90ED-418EFA9C22EB}">
      <dgm:prSet/>
      <dgm:spPr/>
      <dgm:t>
        <a:bodyPr/>
        <a:lstStyle/>
        <a:p>
          <a:endParaRPr lang="en-IN"/>
        </a:p>
      </dgm:t>
    </dgm:pt>
    <dgm:pt modelId="{50DFCE79-4662-4254-96AC-2B910E5F4FA7}">
      <dgm:prSet/>
      <dgm:spPr/>
      <dgm:t>
        <a:bodyPr/>
        <a:lstStyle/>
        <a:p>
          <a:r>
            <a:rPr lang="en-IN"/>
            <a:t>Most online courses are incomplete or expensive. </a:t>
          </a:r>
        </a:p>
      </dgm:t>
    </dgm:pt>
    <dgm:pt modelId="{02BAA908-C138-4FFA-9D37-DE1AFAD45877}" type="parTrans" cxnId="{504A2827-EF75-4566-B794-3B9BC1E039DF}">
      <dgm:prSet/>
      <dgm:spPr/>
      <dgm:t>
        <a:bodyPr/>
        <a:lstStyle/>
        <a:p>
          <a:endParaRPr lang="en-IN"/>
        </a:p>
      </dgm:t>
    </dgm:pt>
    <dgm:pt modelId="{D53E53DD-A13C-43B1-BF13-FE12C8E87083}" type="sibTrans" cxnId="{504A2827-EF75-4566-B794-3B9BC1E039DF}">
      <dgm:prSet/>
      <dgm:spPr/>
      <dgm:t>
        <a:bodyPr/>
        <a:lstStyle/>
        <a:p>
          <a:endParaRPr lang="en-IN"/>
        </a:p>
      </dgm:t>
    </dgm:pt>
    <dgm:pt modelId="{B97AF7A5-565E-4FC3-92A8-A0AF55F86545}">
      <dgm:prSet/>
      <dgm:spPr/>
      <dgm:t>
        <a:bodyPr/>
        <a:lstStyle/>
        <a:p>
          <a:r>
            <a:rPr lang="en-IN"/>
            <a:t>Many students don't know where to start. </a:t>
          </a:r>
        </a:p>
      </dgm:t>
    </dgm:pt>
    <dgm:pt modelId="{14A8BB40-1BA0-405A-98F3-4A59B94A138A}" type="parTrans" cxnId="{6823EA8F-B7BE-4130-94D7-358157F22460}">
      <dgm:prSet/>
      <dgm:spPr/>
      <dgm:t>
        <a:bodyPr/>
        <a:lstStyle/>
        <a:p>
          <a:endParaRPr lang="en-IN"/>
        </a:p>
      </dgm:t>
    </dgm:pt>
    <dgm:pt modelId="{54AE93DE-08DD-4645-B7CD-971093FAD854}" type="sibTrans" cxnId="{6823EA8F-B7BE-4130-94D7-358157F22460}">
      <dgm:prSet/>
      <dgm:spPr/>
      <dgm:t>
        <a:bodyPr/>
        <a:lstStyle/>
        <a:p>
          <a:endParaRPr lang="en-IN"/>
        </a:p>
      </dgm:t>
    </dgm:pt>
    <dgm:pt modelId="{99C47F39-143B-4489-808E-39B8E9AA425B}">
      <dgm:prSet/>
      <dgm:spPr/>
      <dgm:t>
        <a:bodyPr/>
        <a:lstStyle/>
        <a:p>
          <a:r>
            <a:rPr lang="en-IN"/>
            <a:t>This series gives a complete roadmap for free.</a:t>
          </a:r>
        </a:p>
      </dgm:t>
    </dgm:pt>
    <dgm:pt modelId="{5F87B587-FABF-4CCF-8F18-E0FD1F43F45A}" type="parTrans" cxnId="{CA253F31-D88B-4CB3-A0DA-38D68118FA74}">
      <dgm:prSet/>
      <dgm:spPr/>
      <dgm:t>
        <a:bodyPr/>
        <a:lstStyle/>
        <a:p>
          <a:endParaRPr lang="en-IN"/>
        </a:p>
      </dgm:t>
    </dgm:pt>
    <dgm:pt modelId="{0BC9E7EB-F1D4-49B4-A98C-F0CBE7A9B166}" type="sibTrans" cxnId="{CA253F31-D88B-4CB3-A0DA-38D68118FA74}">
      <dgm:prSet/>
      <dgm:spPr/>
      <dgm:t>
        <a:bodyPr/>
        <a:lstStyle/>
        <a:p>
          <a:endParaRPr lang="en-IN"/>
        </a:p>
      </dgm:t>
    </dgm:pt>
    <dgm:pt modelId="{23B8576E-C2C2-42D1-8820-6374D9B55549}" type="pres">
      <dgm:prSet presAssocID="{CC164AD8-78C9-42CF-97DD-034FA9DF42FC}" presName="matrix" presStyleCnt="0">
        <dgm:presLayoutVars>
          <dgm:chMax val="1"/>
          <dgm:dir/>
          <dgm:resizeHandles val="exact"/>
        </dgm:presLayoutVars>
      </dgm:prSet>
      <dgm:spPr/>
    </dgm:pt>
    <dgm:pt modelId="{7F6F34D0-C4DA-48A3-9507-F8AE869233F2}" type="pres">
      <dgm:prSet presAssocID="{CC164AD8-78C9-42CF-97DD-034FA9DF42FC}" presName="diamond" presStyleLbl="bgShp" presStyleIdx="0" presStyleCnt="1"/>
      <dgm:spPr/>
    </dgm:pt>
    <dgm:pt modelId="{A706C2B4-C9C2-411D-96D6-1AD7E48733B3}" type="pres">
      <dgm:prSet presAssocID="{CC164AD8-78C9-42CF-97DD-034FA9DF42F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354D2CA-73D3-401D-B9BC-48FCFE64A359}" type="pres">
      <dgm:prSet presAssocID="{CC164AD8-78C9-42CF-97DD-034FA9DF42F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1B49E6-2C12-4A41-B3DC-08D06430E98A}" type="pres">
      <dgm:prSet presAssocID="{CC164AD8-78C9-42CF-97DD-034FA9DF42F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99833D6-4A35-4CEE-912B-F82DD83912A7}" type="pres">
      <dgm:prSet presAssocID="{CC164AD8-78C9-42CF-97DD-034FA9DF42F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04A2827-EF75-4566-B794-3B9BC1E039DF}" srcId="{CC164AD8-78C9-42CF-97DD-034FA9DF42FC}" destId="{50DFCE79-4662-4254-96AC-2B910E5F4FA7}" srcOrd="1" destOrd="0" parTransId="{02BAA908-C138-4FFA-9D37-DE1AFAD45877}" sibTransId="{D53E53DD-A13C-43B1-BF13-FE12C8E87083}"/>
    <dgm:cxn modelId="{CA253F31-D88B-4CB3-A0DA-38D68118FA74}" srcId="{CC164AD8-78C9-42CF-97DD-034FA9DF42FC}" destId="{99C47F39-143B-4489-808E-39B8E9AA425B}" srcOrd="3" destOrd="0" parTransId="{5F87B587-FABF-4CCF-8F18-E0FD1F43F45A}" sibTransId="{0BC9E7EB-F1D4-49B4-A98C-F0CBE7A9B166}"/>
    <dgm:cxn modelId="{45A5F55D-8E2B-4161-9AF2-12B9DC132012}" type="presOf" srcId="{99C47F39-143B-4489-808E-39B8E9AA425B}" destId="{A99833D6-4A35-4CEE-912B-F82DD83912A7}" srcOrd="0" destOrd="0" presId="urn:microsoft.com/office/officeart/2005/8/layout/matrix3"/>
    <dgm:cxn modelId="{B53E0581-A5D7-45A4-8E8F-86616FB1A3DD}" type="presOf" srcId="{CC164AD8-78C9-42CF-97DD-034FA9DF42FC}" destId="{23B8576E-C2C2-42D1-8820-6374D9B55549}" srcOrd="0" destOrd="0" presId="urn:microsoft.com/office/officeart/2005/8/layout/matrix3"/>
    <dgm:cxn modelId="{6823EA8F-B7BE-4130-94D7-358157F22460}" srcId="{CC164AD8-78C9-42CF-97DD-034FA9DF42FC}" destId="{B97AF7A5-565E-4FC3-92A8-A0AF55F86545}" srcOrd="2" destOrd="0" parTransId="{14A8BB40-1BA0-405A-98F3-4A59B94A138A}" sibTransId="{54AE93DE-08DD-4645-B7CD-971093FAD854}"/>
    <dgm:cxn modelId="{679ABC96-3098-4881-861B-0465582D4EDC}" type="presOf" srcId="{3B611B58-9906-4851-90E6-C58919316D16}" destId="{A706C2B4-C9C2-411D-96D6-1AD7E48733B3}" srcOrd="0" destOrd="0" presId="urn:microsoft.com/office/officeart/2005/8/layout/matrix3"/>
    <dgm:cxn modelId="{0B02D79C-8785-4412-BE80-EC29B1F6971F}" type="presOf" srcId="{50DFCE79-4662-4254-96AC-2B910E5F4FA7}" destId="{B354D2CA-73D3-401D-B9BC-48FCFE64A359}" srcOrd="0" destOrd="0" presId="urn:microsoft.com/office/officeart/2005/8/layout/matrix3"/>
    <dgm:cxn modelId="{E88945BE-738D-49C0-90ED-418EFA9C22EB}" srcId="{CC164AD8-78C9-42CF-97DD-034FA9DF42FC}" destId="{3B611B58-9906-4851-90E6-C58919316D16}" srcOrd="0" destOrd="0" parTransId="{68E2A722-F094-487D-9801-382E2996CDD6}" sibTransId="{2F4ACDD1-671F-4EC3-AC25-1376063D5048}"/>
    <dgm:cxn modelId="{73AAFCC8-5280-4AC9-91DD-CCDA8C98BE9E}" type="presOf" srcId="{B97AF7A5-565E-4FC3-92A8-A0AF55F86545}" destId="{121B49E6-2C12-4A41-B3DC-08D06430E98A}" srcOrd="0" destOrd="0" presId="urn:microsoft.com/office/officeart/2005/8/layout/matrix3"/>
    <dgm:cxn modelId="{B1907313-65ED-4D5D-A794-CF1307B9507B}" type="presParOf" srcId="{23B8576E-C2C2-42D1-8820-6374D9B55549}" destId="{7F6F34D0-C4DA-48A3-9507-F8AE869233F2}" srcOrd="0" destOrd="0" presId="urn:microsoft.com/office/officeart/2005/8/layout/matrix3"/>
    <dgm:cxn modelId="{5989EE99-3B67-4A09-8C90-69565D1D3A5F}" type="presParOf" srcId="{23B8576E-C2C2-42D1-8820-6374D9B55549}" destId="{A706C2B4-C9C2-411D-96D6-1AD7E48733B3}" srcOrd="1" destOrd="0" presId="urn:microsoft.com/office/officeart/2005/8/layout/matrix3"/>
    <dgm:cxn modelId="{9F433A1C-5FB6-4B61-AF82-962CAD3E4BA5}" type="presParOf" srcId="{23B8576E-C2C2-42D1-8820-6374D9B55549}" destId="{B354D2CA-73D3-401D-B9BC-48FCFE64A359}" srcOrd="2" destOrd="0" presId="urn:microsoft.com/office/officeart/2005/8/layout/matrix3"/>
    <dgm:cxn modelId="{842C59B0-88BF-480A-8C97-FAEF738BEE01}" type="presParOf" srcId="{23B8576E-C2C2-42D1-8820-6374D9B55549}" destId="{121B49E6-2C12-4A41-B3DC-08D06430E98A}" srcOrd="3" destOrd="0" presId="urn:microsoft.com/office/officeart/2005/8/layout/matrix3"/>
    <dgm:cxn modelId="{F29CD2A2-F678-4F09-8309-049EE99FC873}" type="presParOf" srcId="{23B8576E-C2C2-42D1-8820-6374D9B55549}" destId="{A99833D6-4A35-4CEE-912B-F82DD83912A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208242-2815-457A-9DCF-4AF46BA70766}" type="doc">
      <dgm:prSet loTypeId="urn:microsoft.com/office/officeart/2005/8/layout/hProcess9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DC57E30F-7A52-4201-A9DB-9C2A040676F2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Basics</a:t>
          </a:r>
        </a:p>
      </dgm:t>
    </dgm:pt>
    <dgm:pt modelId="{F7A2CA58-7CC9-4455-8C6F-82A786DAE94D}" type="parTrans" cxnId="{E34C6B13-ABA5-4B2F-8120-DF1226CDBCB7}">
      <dgm:prSet/>
      <dgm:spPr/>
      <dgm:t>
        <a:bodyPr/>
        <a:lstStyle/>
        <a:p>
          <a:endParaRPr lang="en-IN"/>
        </a:p>
      </dgm:t>
    </dgm:pt>
    <dgm:pt modelId="{33F3FE06-50CA-48EB-B095-1DBC09A01CFF}" type="sibTrans" cxnId="{E34C6B13-ABA5-4B2F-8120-DF1226CDBCB7}">
      <dgm:prSet/>
      <dgm:spPr/>
      <dgm:t>
        <a:bodyPr/>
        <a:lstStyle/>
        <a:p>
          <a:endParaRPr lang="en-IN"/>
        </a:p>
      </dgm:t>
    </dgm:pt>
    <dgm:pt modelId="{F520B080-CDBD-4E82-8C00-EC7E6C090A61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ML Concepts</a:t>
          </a:r>
        </a:p>
      </dgm:t>
    </dgm:pt>
    <dgm:pt modelId="{7298D7B7-0078-4111-8D52-AE6190368C1B}" type="parTrans" cxnId="{73F66F98-0B87-45D3-B674-A7DD61348B96}">
      <dgm:prSet/>
      <dgm:spPr/>
      <dgm:t>
        <a:bodyPr/>
        <a:lstStyle/>
        <a:p>
          <a:endParaRPr lang="en-IN"/>
        </a:p>
      </dgm:t>
    </dgm:pt>
    <dgm:pt modelId="{DA6FA29A-5328-4704-9BA9-DD2DA36033AC}" type="sibTrans" cxnId="{73F66F98-0B87-45D3-B674-A7DD61348B96}">
      <dgm:prSet/>
      <dgm:spPr/>
      <dgm:t>
        <a:bodyPr/>
        <a:lstStyle/>
        <a:p>
          <a:endParaRPr lang="en-IN"/>
        </a:p>
      </dgm:t>
    </dgm:pt>
    <dgm:pt modelId="{16025697-5831-48B0-AF68-BF3E39F33221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DL Concepts</a:t>
          </a:r>
        </a:p>
      </dgm:t>
    </dgm:pt>
    <dgm:pt modelId="{85FB7FE0-7485-4DAD-9633-BB62483ED8EA}" type="parTrans" cxnId="{1AD972BC-22B1-4D9F-8DB3-C1C84F228A59}">
      <dgm:prSet/>
      <dgm:spPr/>
      <dgm:t>
        <a:bodyPr/>
        <a:lstStyle/>
        <a:p>
          <a:endParaRPr lang="en-IN"/>
        </a:p>
      </dgm:t>
    </dgm:pt>
    <dgm:pt modelId="{FE08ECFD-E934-4741-9F49-4DB4E3F49716}" type="sibTrans" cxnId="{1AD972BC-22B1-4D9F-8DB3-C1C84F228A59}">
      <dgm:prSet/>
      <dgm:spPr/>
      <dgm:t>
        <a:bodyPr/>
        <a:lstStyle/>
        <a:p>
          <a:endParaRPr lang="en-IN"/>
        </a:p>
      </dgm:t>
    </dgm:pt>
    <dgm:pt modelId="{800175F0-B060-4881-8861-4D661936CF12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AI Concepts</a:t>
          </a:r>
        </a:p>
      </dgm:t>
    </dgm:pt>
    <dgm:pt modelId="{26DAA0A3-F396-465D-8941-E24571DA6794}" type="parTrans" cxnId="{60CC9746-4821-4E62-AE1B-7272BD5556E2}">
      <dgm:prSet/>
      <dgm:spPr/>
      <dgm:t>
        <a:bodyPr/>
        <a:lstStyle/>
        <a:p>
          <a:endParaRPr lang="en-IN"/>
        </a:p>
      </dgm:t>
    </dgm:pt>
    <dgm:pt modelId="{7F246B64-CFCC-4648-8435-3D0172230435}" type="sibTrans" cxnId="{60CC9746-4821-4E62-AE1B-7272BD5556E2}">
      <dgm:prSet/>
      <dgm:spPr/>
      <dgm:t>
        <a:bodyPr/>
        <a:lstStyle/>
        <a:p>
          <a:endParaRPr lang="en-IN"/>
        </a:p>
      </dgm:t>
    </dgm:pt>
    <dgm:pt modelId="{40E7434F-3D05-4206-B170-360630A54399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Mini Projects</a:t>
          </a:r>
        </a:p>
      </dgm:t>
    </dgm:pt>
    <dgm:pt modelId="{4331CD6B-642D-4209-B25C-A47FBC0B5766}" type="parTrans" cxnId="{0C245B31-98C8-4C1A-965A-22D53DF94DB8}">
      <dgm:prSet/>
      <dgm:spPr/>
      <dgm:t>
        <a:bodyPr/>
        <a:lstStyle/>
        <a:p>
          <a:endParaRPr lang="en-IN"/>
        </a:p>
      </dgm:t>
    </dgm:pt>
    <dgm:pt modelId="{051C623C-2AF1-4F40-BAD9-A546614AE4C1}" type="sibTrans" cxnId="{0C245B31-98C8-4C1A-965A-22D53DF94DB8}">
      <dgm:prSet/>
      <dgm:spPr/>
      <dgm:t>
        <a:bodyPr/>
        <a:lstStyle/>
        <a:p>
          <a:endParaRPr lang="en-IN"/>
        </a:p>
      </dgm:t>
    </dgm:pt>
    <dgm:pt modelId="{DB2BA68C-DAA0-4A83-B0F9-0BBDE5662FE3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Full Stack Project</a:t>
          </a:r>
        </a:p>
      </dgm:t>
    </dgm:pt>
    <dgm:pt modelId="{1F46421A-9F03-43D4-A4E3-55A61046B3DF}" type="parTrans" cxnId="{E1080BA0-6EA8-4425-A039-6FF73FA121E3}">
      <dgm:prSet/>
      <dgm:spPr/>
      <dgm:t>
        <a:bodyPr/>
        <a:lstStyle/>
        <a:p>
          <a:endParaRPr lang="en-IN"/>
        </a:p>
      </dgm:t>
    </dgm:pt>
    <dgm:pt modelId="{AF44145C-7124-4A42-99C5-8F41B44C884B}" type="sibTrans" cxnId="{E1080BA0-6EA8-4425-A039-6FF73FA121E3}">
      <dgm:prSet/>
      <dgm:spPr/>
      <dgm:t>
        <a:bodyPr/>
        <a:lstStyle/>
        <a:p>
          <a:endParaRPr lang="en-IN"/>
        </a:p>
      </dgm:t>
    </dgm:pt>
    <dgm:pt modelId="{FB075A14-3BB6-4A39-BCD6-B45C72D8332F}" type="pres">
      <dgm:prSet presAssocID="{6D208242-2815-457A-9DCF-4AF46BA70766}" presName="CompostProcess" presStyleCnt="0">
        <dgm:presLayoutVars>
          <dgm:dir/>
          <dgm:resizeHandles val="exact"/>
        </dgm:presLayoutVars>
      </dgm:prSet>
      <dgm:spPr/>
    </dgm:pt>
    <dgm:pt modelId="{6827A78C-80C1-45BB-AB20-E872C591AC58}" type="pres">
      <dgm:prSet presAssocID="{6D208242-2815-457A-9DCF-4AF46BA70766}" presName="arrow" presStyleLbl="bgShp" presStyleIdx="0" presStyleCnt="1"/>
      <dgm:spPr/>
    </dgm:pt>
    <dgm:pt modelId="{6567AE1E-D877-4F47-A2A5-8A8DCD63C6E4}" type="pres">
      <dgm:prSet presAssocID="{6D208242-2815-457A-9DCF-4AF46BA70766}" presName="linearProcess" presStyleCnt="0"/>
      <dgm:spPr/>
    </dgm:pt>
    <dgm:pt modelId="{0213BEF9-0544-4DA1-9820-F7A730691ECA}" type="pres">
      <dgm:prSet presAssocID="{DC57E30F-7A52-4201-A9DB-9C2A040676F2}" presName="textNode" presStyleLbl="node1" presStyleIdx="0" presStyleCnt="6">
        <dgm:presLayoutVars>
          <dgm:bulletEnabled val="1"/>
        </dgm:presLayoutVars>
      </dgm:prSet>
      <dgm:spPr/>
    </dgm:pt>
    <dgm:pt modelId="{CAC5772F-5F8B-49F5-8042-109A93CDA3CF}" type="pres">
      <dgm:prSet presAssocID="{33F3FE06-50CA-48EB-B095-1DBC09A01CFF}" presName="sibTrans" presStyleCnt="0"/>
      <dgm:spPr/>
    </dgm:pt>
    <dgm:pt modelId="{F0D72E57-AA28-4922-A6E7-5A336390F2E4}" type="pres">
      <dgm:prSet presAssocID="{F520B080-CDBD-4E82-8C00-EC7E6C090A61}" presName="textNode" presStyleLbl="node1" presStyleIdx="1" presStyleCnt="6">
        <dgm:presLayoutVars>
          <dgm:bulletEnabled val="1"/>
        </dgm:presLayoutVars>
      </dgm:prSet>
      <dgm:spPr/>
    </dgm:pt>
    <dgm:pt modelId="{E5BAC26D-9D6C-44A2-BC5C-312A6E9E199C}" type="pres">
      <dgm:prSet presAssocID="{DA6FA29A-5328-4704-9BA9-DD2DA36033AC}" presName="sibTrans" presStyleCnt="0"/>
      <dgm:spPr/>
    </dgm:pt>
    <dgm:pt modelId="{D37D3E0E-A78F-4779-A59C-759C770E074F}" type="pres">
      <dgm:prSet presAssocID="{16025697-5831-48B0-AF68-BF3E39F33221}" presName="textNode" presStyleLbl="node1" presStyleIdx="2" presStyleCnt="6">
        <dgm:presLayoutVars>
          <dgm:bulletEnabled val="1"/>
        </dgm:presLayoutVars>
      </dgm:prSet>
      <dgm:spPr/>
    </dgm:pt>
    <dgm:pt modelId="{2C7CCCF2-0920-4067-AEB5-173F5889869B}" type="pres">
      <dgm:prSet presAssocID="{FE08ECFD-E934-4741-9F49-4DB4E3F49716}" presName="sibTrans" presStyleCnt="0"/>
      <dgm:spPr/>
    </dgm:pt>
    <dgm:pt modelId="{28036914-275E-41F6-A908-D96AEDEA77E7}" type="pres">
      <dgm:prSet presAssocID="{800175F0-B060-4881-8861-4D661936CF12}" presName="textNode" presStyleLbl="node1" presStyleIdx="3" presStyleCnt="6">
        <dgm:presLayoutVars>
          <dgm:bulletEnabled val="1"/>
        </dgm:presLayoutVars>
      </dgm:prSet>
      <dgm:spPr/>
    </dgm:pt>
    <dgm:pt modelId="{231AEF8B-8FF1-4645-BC38-7ABB462F9786}" type="pres">
      <dgm:prSet presAssocID="{7F246B64-CFCC-4648-8435-3D0172230435}" presName="sibTrans" presStyleCnt="0"/>
      <dgm:spPr/>
    </dgm:pt>
    <dgm:pt modelId="{C58574BD-A08A-430A-8B4B-788AC65F7CAD}" type="pres">
      <dgm:prSet presAssocID="{40E7434F-3D05-4206-B170-360630A54399}" presName="textNode" presStyleLbl="node1" presStyleIdx="4" presStyleCnt="6">
        <dgm:presLayoutVars>
          <dgm:bulletEnabled val="1"/>
        </dgm:presLayoutVars>
      </dgm:prSet>
      <dgm:spPr/>
    </dgm:pt>
    <dgm:pt modelId="{70839D82-C3AD-4512-AC12-6C5562C0E940}" type="pres">
      <dgm:prSet presAssocID="{051C623C-2AF1-4F40-BAD9-A546614AE4C1}" presName="sibTrans" presStyleCnt="0"/>
      <dgm:spPr/>
    </dgm:pt>
    <dgm:pt modelId="{4A2112F2-0B1E-4519-A6B2-077AB10BD41F}" type="pres">
      <dgm:prSet presAssocID="{DB2BA68C-DAA0-4A83-B0F9-0BBDE5662FE3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A5AF4111-ADBE-48D5-847F-A49172A367CD}" type="presOf" srcId="{40E7434F-3D05-4206-B170-360630A54399}" destId="{C58574BD-A08A-430A-8B4B-788AC65F7CAD}" srcOrd="0" destOrd="0" presId="urn:microsoft.com/office/officeart/2005/8/layout/hProcess9"/>
    <dgm:cxn modelId="{E34C6B13-ABA5-4B2F-8120-DF1226CDBCB7}" srcId="{6D208242-2815-457A-9DCF-4AF46BA70766}" destId="{DC57E30F-7A52-4201-A9DB-9C2A040676F2}" srcOrd="0" destOrd="0" parTransId="{F7A2CA58-7CC9-4455-8C6F-82A786DAE94D}" sibTransId="{33F3FE06-50CA-48EB-B095-1DBC09A01CFF}"/>
    <dgm:cxn modelId="{6562F62D-7D17-431E-B9F4-800450024A1E}" type="presOf" srcId="{F520B080-CDBD-4E82-8C00-EC7E6C090A61}" destId="{F0D72E57-AA28-4922-A6E7-5A336390F2E4}" srcOrd="0" destOrd="0" presId="urn:microsoft.com/office/officeart/2005/8/layout/hProcess9"/>
    <dgm:cxn modelId="{0C245B31-98C8-4C1A-965A-22D53DF94DB8}" srcId="{6D208242-2815-457A-9DCF-4AF46BA70766}" destId="{40E7434F-3D05-4206-B170-360630A54399}" srcOrd="4" destOrd="0" parTransId="{4331CD6B-642D-4209-B25C-A47FBC0B5766}" sibTransId="{051C623C-2AF1-4F40-BAD9-A546614AE4C1}"/>
    <dgm:cxn modelId="{9490B245-7181-4B3C-B6C1-EA0049DC49AD}" type="presOf" srcId="{6D208242-2815-457A-9DCF-4AF46BA70766}" destId="{FB075A14-3BB6-4A39-BCD6-B45C72D8332F}" srcOrd="0" destOrd="0" presId="urn:microsoft.com/office/officeart/2005/8/layout/hProcess9"/>
    <dgm:cxn modelId="{60CC9746-4821-4E62-AE1B-7272BD5556E2}" srcId="{6D208242-2815-457A-9DCF-4AF46BA70766}" destId="{800175F0-B060-4881-8861-4D661936CF12}" srcOrd="3" destOrd="0" parTransId="{26DAA0A3-F396-465D-8941-E24571DA6794}" sibTransId="{7F246B64-CFCC-4648-8435-3D0172230435}"/>
    <dgm:cxn modelId="{B0C6CC66-2038-4A1D-A4D4-414F6F9A806E}" type="presOf" srcId="{DC57E30F-7A52-4201-A9DB-9C2A040676F2}" destId="{0213BEF9-0544-4DA1-9820-F7A730691ECA}" srcOrd="0" destOrd="0" presId="urn:microsoft.com/office/officeart/2005/8/layout/hProcess9"/>
    <dgm:cxn modelId="{73F66F98-0B87-45D3-B674-A7DD61348B96}" srcId="{6D208242-2815-457A-9DCF-4AF46BA70766}" destId="{F520B080-CDBD-4E82-8C00-EC7E6C090A61}" srcOrd="1" destOrd="0" parTransId="{7298D7B7-0078-4111-8D52-AE6190368C1B}" sibTransId="{DA6FA29A-5328-4704-9BA9-DD2DA36033AC}"/>
    <dgm:cxn modelId="{E1080BA0-6EA8-4425-A039-6FF73FA121E3}" srcId="{6D208242-2815-457A-9DCF-4AF46BA70766}" destId="{DB2BA68C-DAA0-4A83-B0F9-0BBDE5662FE3}" srcOrd="5" destOrd="0" parTransId="{1F46421A-9F03-43D4-A4E3-55A61046B3DF}" sibTransId="{AF44145C-7124-4A42-99C5-8F41B44C884B}"/>
    <dgm:cxn modelId="{C09CDEA0-38F7-43B1-AF85-FDF13CFC40E4}" type="presOf" srcId="{DB2BA68C-DAA0-4A83-B0F9-0BBDE5662FE3}" destId="{4A2112F2-0B1E-4519-A6B2-077AB10BD41F}" srcOrd="0" destOrd="0" presId="urn:microsoft.com/office/officeart/2005/8/layout/hProcess9"/>
    <dgm:cxn modelId="{12D193B3-87EC-4A50-889C-51AC5A7081B6}" type="presOf" srcId="{16025697-5831-48B0-AF68-BF3E39F33221}" destId="{D37D3E0E-A78F-4779-A59C-759C770E074F}" srcOrd="0" destOrd="0" presId="urn:microsoft.com/office/officeart/2005/8/layout/hProcess9"/>
    <dgm:cxn modelId="{1AD972BC-22B1-4D9F-8DB3-C1C84F228A59}" srcId="{6D208242-2815-457A-9DCF-4AF46BA70766}" destId="{16025697-5831-48B0-AF68-BF3E39F33221}" srcOrd="2" destOrd="0" parTransId="{85FB7FE0-7485-4DAD-9633-BB62483ED8EA}" sibTransId="{FE08ECFD-E934-4741-9F49-4DB4E3F49716}"/>
    <dgm:cxn modelId="{DBC602EE-B6E2-475C-8A58-9C386EEE9611}" type="presOf" srcId="{800175F0-B060-4881-8861-4D661936CF12}" destId="{28036914-275E-41F6-A908-D96AEDEA77E7}" srcOrd="0" destOrd="0" presId="urn:microsoft.com/office/officeart/2005/8/layout/hProcess9"/>
    <dgm:cxn modelId="{D0DB9689-B888-41A4-96F7-B32F16D2F307}" type="presParOf" srcId="{FB075A14-3BB6-4A39-BCD6-B45C72D8332F}" destId="{6827A78C-80C1-45BB-AB20-E872C591AC58}" srcOrd="0" destOrd="0" presId="urn:microsoft.com/office/officeart/2005/8/layout/hProcess9"/>
    <dgm:cxn modelId="{5E3FCAA0-C0BD-483B-ACD8-15A157A8D1F6}" type="presParOf" srcId="{FB075A14-3BB6-4A39-BCD6-B45C72D8332F}" destId="{6567AE1E-D877-4F47-A2A5-8A8DCD63C6E4}" srcOrd="1" destOrd="0" presId="urn:microsoft.com/office/officeart/2005/8/layout/hProcess9"/>
    <dgm:cxn modelId="{A984C14C-5F43-4CC9-A20F-C44FE31EDF72}" type="presParOf" srcId="{6567AE1E-D877-4F47-A2A5-8A8DCD63C6E4}" destId="{0213BEF9-0544-4DA1-9820-F7A730691ECA}" srcOrd="0" destOrd="0" presId="urn:microsoft.com/office/officeart/2005/8/layout/hProcess9"/>
    <dgm:cxn modelId="{0D088AC4-0042-4858-A247-80F92C09BD6B}" type="presParOf" srcId="{6567AE1E-D877-4F47-A2A5-8A8DCD63C6E4}" destId="{CAC5772F-5F8B-49F5-8042-109A93CDA3CF}" srcOrd="1" destOrd="0" presId="urn:microsoft.com/office/officeart/2005/8/layout/hProcess9"/>
    <dgm:cxn modelId="{7C4BFFEF-B4D6-435C-A366-8ABAAE0EFAA8}" type="presParOf" srcId="{6567AE1E-D877-4F47-A2A5-8A8DCD63C6E4}" destId="{F0D72E57-AA28-4922-A6E7-5A336390F2E4}" srcOrd="2" destOrd="0" presId="urn:microsoft.com/office/officeart/2005/8/layout/hProcess9"/>
    <dgm:cxn modelId="{52834202-E4C0-4B0E-B5B9-150077DAEA5A}" type="presParOf" srcId="{6567AE1E-D877-4F47-A2A5-8A8DCD63C6E4}" destId="{E5BAC26D-9D6C-44A2-BC5C-312A6E9E199C}" srcOrd="3" destOrd="0" presId="urn:microsoft.com/office/officeart/2005/8/layout/hProcess9"/>
    <dgm:cxn modelId="{871EAE38-60B2-4EC4-A3AE-E801A9F00842}" type="presParOf" srcId="{6567AE1E-D877-4F47-A2A5-8A8DCD63C6E4}" destId="{D37D3E0E-A78F-4779-A59C-759C770E074F}" srcOrd="4" destOrd="0" presId="urn:microsoft.com/office/officeart/2005/8/layout/hProcess9"/>
    <dgm:cxn modelId="{CD1611A7-050A-465B-A592-DD5030A815CA}" type="presParOf" srcId="{6567AE1E-D877-4F47-A2A5-8A8DCD63C6E4}" destId="{2C7CCCF2-0920-4067-AEB5-173F5889869B}" srcOrd="5" destOrd="0" presId="urn:microsoft.com/office/officeart/2005/8/layout/hProcess9"/>
    <dgm:cxn modelId="{20FE2BB0-DAD1-44A6-B998-F2A5A85AF385}" type="presParOf" srcId="{6567AE1E-D877-4F47-A2A5-8A8DCD63C6E4}" destId="{28036914-275E-41F6-A908-D96AEDEA77E7}" srcOrd="6" destOrd="0" presId="urn:microsoft.com/office/officeart/2005/8/layout/hProcess9"/>
    <dgm:cxn modelId="{9550FD5D-1B8B-404D-A52F-F7094DB51703}" type="presParOf" srcId="{6567AE1E-D877-4F47-A2A5-8A8DCD63C6E4}" destId="{231AEF8B-8FF1-4645-BC38-7ABB462F9786}" srcOrd="7" destOrd="0" presId="urn:microsoft.com/office/officeart/2005/8/layout/hProcess9"/>
    <dgm:cxn modelId="{342F0645-2BDB-4A9D-9862-DC62E40654B0}" type="presParOf" srcId="{6567AE1E-D877-4F47-A2A5-8A8DCD63C6E4}" destId="{C58574BD-A08A-430A-8B4B-788AC65F7CAD}" srcOrd="8" destOrd="0" presId="urn:microsoft.com/office/officeart/2005/8/layout/hProcess9"/>
    <dgm:cxn modelId="{31498A00-72BC-4595-80C8-0252424DB269}" type="presParOf" srcId="{6567AE1E-D877-4F47-A2A5-8A8DCD63C6E4}" destId="{70839D82-C3AD-4512-AC12-6C5562C0E940}" srcOrd="9" destOrd="0" presId="urn:microsoft.com/office/officeart/2005/8/layout/hProcess9"/>
    <dgm:cxn modelId="{C84E078F-05B9-481C-9917-BFC666775F57}" type="presParOf" srcId="{6567AE1E-D877-4F47-A2A5-8A8DCD63C6E4}" destId="{4A2112F2-0B1E-4519-A6B2-077AB10BD41F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42DD6A-19E8-4763-A58B-116AB2BE6BAF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84740D75-0ADC-490E-8F9F-431133C8F092}">
      <dgm:prSet custT="1"/>
      <dgm:spPr/>
      <dgm:t>
        <a:bodyPr/>
        <a:lstStyle/>
        <a:p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Python &amp; it’s library</a:t>
          </a:r>
        </a:p>
      </dgm:t>
    </dgm:pt>
    <dgm:pt modelId="{47F04116-C572-4A74-9889-F5D3A13464A7}" type="parTrans" cxnId="{B0CA7A86-05F4-4EAF-BA1A-EDA63790F871}">
      <dgm:prSet/>
      <dgm:spPr/>
      <dgm:t>
        <a:bodyPr/>
        <a:lstStyle/>
        <a:p>
          <a:endParaRPr lang="en-IN"/>
        </a:p>
      </dgm:t>
    </dgm:pt>
    <dgm:pt modelId="{60BB4F14-9440-4FDD-98BC-9646F7208555}" type="sibTrans" cxnId="{B0CA7A86-05F4-4EAF-BA1A-EDA63790F871}">
      <dgm:prSet/>
      <dgm:spPr/>
      <dgm:t>
        <a:bodyPr/>
        <a:lstStyle/>
        <a:p>
          <a:endParaRPr lang="en-IN"/>
        </a:p>
      </dgm:t>
    </dgm:pt>
    <dgm:pt modelId="{27B5D317-417B-46F4-8FDC-E7FFFAF6F7CB}">
      <dgm:prSet custT="1"/>
      <dgm:spPr/>
      <dgm:t>
        <a:bodyPr/>
        <a:lstStyle/>
        <a:p>
          <a:r>
            <a:rPr lang="en-IN" sz="1600">
              <a:latin typeface="Times New Roman" panose="02020603050405020304" pitchFamily="18" charset="0"/>
              <a:cs typeface="Times New Roman" panose="02020603050405020304" pitchFamily="18" charset="0"/>
            </a:rPr>
            <a:t>Mathematics</a:t>
          </a:r>
        </a:p>
      </dgm:t>
    </dgm:pt>
    <dgm:pt modelId="{1DECFDFB-3369-49BE-BA49-399C66556876}" type="parTrans" cxnId="{40C66882-382D-46F2-BF9F-A0875D415655}">
      <dgm:prSet/>
      <dgm:spPr/>
      <dgm:t>
        <a:bodyPr/>
        <a:lstStyle/>
        <a:p>
          <a:endParaRPr lang="en-IN"/>
        </a:p>
      </dgm:t>
    </dgm:pt>
    <dgm:pt modelId="{1DE7B4BD-9FCF-4182-AA44-BF7C84B6EA03}" type="sibTrans" cxnId="{40C66882-382D-46F2-BF9F-A0875D415655}">
      <dgm:prSet/>
      <dgm:spPr/>
      <dgm:t>
        <a:bodyPr/>
        <a:lstStyle/>
        <a:p>
          <a:endParaRPr lang="en-IN"/>
        </a:p>
      </dgm:t>
    </dgm:pt>
    <dgm:pt modelId="{AC722FA3-0763-454D-9659-B0013A3AFBA3}">
      <dgm:prSet custT="1"/>
      <dgm:spPr/>
      <dgm:t>
        <a:bodyPr/>
        <a:lstStyle/>
        <a:p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Database</a:t>
          </a:r>
        </a:p>
      </dgm:t>
    </dgm:pt>
    <dgm:pt modelId="{58E77783-CC15-450A-BDD8-5B6CE474DFA4}" type="parTrans" cxnId="{306F2EFE-0ED9-47B9-B7B2-171781B5CC9A}">
      <dgm:prSet/>
      <dgm:spPr/>
      <dgm:t>
        <a:bodyPr/>
        <a:lstStyle/>
        <a:p>
          <a:endParaRPr lang="en-IN"/>
        </a:p>
      </dgm:t>
    </dgm:pt>
    <dgm:pt modelId="{8E87537C-E502-41E4-8BE2-624E2EE41B14}" type="sibTrans" cxnId="{306F2EFE-0ED9-47B9-B7B2-171781B5CC9A}">
      <dgm:prSet/>
      <dgm:spPr/>
      <dgm:t>
        <a:bodyPr/>
        <a:lstStyle/>
        <a:p>
          <a:endParaRPr lang="en-IN"/>
        </a:p>
      </dgm:t>
    </dgm:pt>
    <dgm:pt modelId="{BD37C39B-8E3B-4576-9952-110FD20E78EE}">
      <dgm:prSet custT="1"/>
      <dgm:spPr/>
      <dgm:t>
        <a:bodyPr/>
        <a:lstStyle/>
        <a:p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ML Part-1</a:t>
          </a:r>
        </a:p>
      </dgm:t>
    </dgm:pt>
    <dgm:pt modelId="{BE9EB24F-650B-4263-88CD-350998B883BF}" type="parTrans" cxnId="{6E94D93A-645B-49CF-B9D6-0565D1C0F24C}">
      <dgm:prSet/>
      <dgm:spPr/>
      <dgm:t>
        <a:bodyPr/>
        <a:lstStyle/>
        <a:p>
          <a:endParaRPr lang="en-IN"/>
        </a:p>
      </dgm:t>
    </dgm:pt>
    <dgm:pt modelId="{EF0BD16D-E96C-49A8-8437-F186CD0D11A5}" type="sibTrans" cxnId="{6E94D93A-645B-49CF-B9D6-0565D1C0F24C}">
      <dgm:prSet/>
      <dgm:spPr/>
      <dgm:t>
        <a:bodyPr/>
        <a:lstStyle/>
        <a:p>
          <a:endParaRPr lang="en-IN"/>
        </a:p>
      </dgm:t>
    </dgm:pt>
    <dgm:pt modelId="{BFAB0F64-29F3-4EAB-9F4B-3FD6706FF581}">
      <dgm:prSet custT="1"/>
      <dgm:spPr/>
      <dgm:t>
        <a:bodyPr/>
        <a:lstStyle/>
        <a:p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ML Part-2</a:t>
          </a:r>
        </a:p>
      </dgm:t>
    </dgm:pt>
    <dgm:pt modelId="{1E846965-A5AF-4FEA-8260-4049CD1D99FC}" type="parTrans" cxnId="{07923C45-FE49-4EC8-AC42-397D5985504D}">
      <dgm:prSet/>
      <dgm:spPr/>
      <dgm:t>
        <a:bodyPr/>
        <a:lstStyle/>
        <a:p>
          <a:endParaRPr lang="en-IN"/>
        </a:p>
      </dgm:t>
    </dgm:pt>
    <dgm:pt modelId="{0BD57BC1-604B-43DE-B861-04D9A3F49F1A}" type="sibTrans" cxnId="{07923C45-FE49-4EC8-AC42-397D5985504D}">
      <dgm:prSet/>
      <dgm:spPr/>
      <dgm:t>
        <a:bodyPr/>
        <a:lstStyle/>
        <a:p>
          <a:endParaRPr lang="en-IN"/>
        </a:p>
      </dgm:t>
    </dgm:pt>
    <dgm:pt modelId="{36E949D5-F605-466F-8962-E03E5639D760}">
      <dgm:prSet custT="1"/>
      <dgm:spPr/>
      <dgm:t>
        <a:bodyPr/>
        <a:lstStyle/>
        <a:p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ML part-3</a:t>
          </a:r>
        </a:p>
      </dgm:t>
    </dgm:pt>
    <dgm:pt modelId="{BFFF9EB5-A0FE-40DA-8296-09789A12B7FA}" type="parTrans" cxnId="{ACA96FDA-6CE9-4DD2-8A99-1F6266BF1E76}">
      <dgm:prSet/>
      <dgm:spPr/>
      <dgm:t>
        <a:bodyPr/>
        <a:lstStyle/>
        <a:p>
          <a:endParaRPr lang="en-IN"/>
        </a:p>
      </dgm:t>
    </dgm:pt>
    <dgm:pt modelId="{3DA80CCC-A959-47A0-809D-F4C28676EEB7}" type="sibTrans" cxnId="{ACA96FDA-6CE9-4DD2-8A99-1F6266BF1E76}">
      <dgm:prSet/>
      <dgm:spPr/>
      <dgm:t>
        <a:bodyPr/>
        <a:lstStyle/>
        <a:p>
          <a:endParaRPr lang="en-IN"/>
        </a:p>
      </dgm:t>
    </dgm:pt>
    <dgm:pt modelId="{393C83F7-9CE1-4465-9363-5BCE7B8826EC}">
      <dgm:prSet custT="1"/>
      <dgm:spPr/>
      <dgm:t>
        <a:bodyPr/>
        <a:lstStyle/>
        <a:p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DL</a:t>
          </a:r>
        </a:p>
      </dgm:t>
    </dgm:pt>
    <dgm:pt modelId="{81820E18-C407-475D-817F-8F33D9F5321D}" type="parTrans" cxnId="{CEE1522D-7E2E-4650-8DBD-5B0FF3307647}">
      <dgm:prSet/>
      <dgm:spPr/>
      <dgm:t>
        <a:bodyPr/>
        <a:lstStyle/>
        <a:p>
          <a:endParaRPr lang="en-IN"/>
        </a:p>
      </dgm:t>
    </dgm:pt>
    <dgm:pt modelId="{784A2560-C231-4C7D-812D-F2B11B716D28}" type="sibTrans" cxnId="{CEE1522D-7E2E-4650-8DBD-5B0FF3307647}">
      <dgm:prSet/>
      <dgm:spPr/>
      <dgm:t>
        <a:bodyPr/>
        <a:lstStyle/>
        <a:p>
          <a:endParaRPr lang="en-IN"/>
        </a:p>
      </dgm:t>
    </dgm:pt>
    <dgm:pt modelId="{2FC11618-C192-48F0-829E-F933E9370F32}">
      <dgm:prSet custT="1"/>
      <dgm:spPr/>
      <dgm:t>
        <a:bodyPr/>
        <a:lstStyle/>
        <a:p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AI</a:t>
          </a:r>
        </a:p>
      </dgm:t>
    </dgm:pt>
    <dgm:pt modelId="{C7CA62E6-8E06-4FBF-96CC-468B9CD8435A}" type="parTrans" cxnId="{74681BEA-0CD1-4832-929A-2CC8637DDA73}">
      <dgm:prSet/>
      <dgm:spPr/>
      <dgm:t>
        <a:bodyPr/>
        <a:lstStyle/>
        <a:p>
          <a:endParaRPr lang="en-IN"/>
        </a:p>
      </dgm:t>
    </dgm:pt>
    <dgm:pt modelId="{F6448472-F114-485D-AA45-41EE95C2E28F}" type="sibTrans" cxnId="{74681BEA-0CD1-4832-929A-2CC8637DDA73}">
      <dgm:prSet/>
      <dgm:spPr/>
      <dgm:t>
        <a:bodyPr/>
        <a:lstStyle/>
        <a:p>
          <a:endParaRPr lang="en-IN"/>
        </a:p>
      </dgm:t>
    </dgm:pt>
    <dgm:pt modelId="{795C570F-E03C-48F5-A902-735B0B6FAB2E}">
      <dgm:prSet custT="1"/>
      <dgm:spPr/>
      <dgm:t>
        <a:bodyPr/>
        <a:lstStyle/>
        <a:p>
          <a:r>
            <a:rPr lang="en-IN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DevOOP’s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922CA6-7AE3-46B5-BE8D-D5833A36F93A}" type="parTrans" cxnId="{D4589CB2-22A3-4873-8DFE-807A9942BE82}">
      <dgm:prSet/>
      <dgm:spPr/>
      <dgm:t>
        <a:bodyPr/>
        <a:lstStyle/>
        <a:p>
          <a:endParaRPr lang="en-IN"/>
        </a:p>
      </dgm:t>
    </dgm:pt>
    <dgm:pt modelId="{AD7F15CD-F513-4B97-BB13-C15B1833B816}" type="sibTrans" cxnId="{D4589CB2-22A3-4873-8DFE-807A9942BE82}">
      <dgm:prSet/>
      <dgm:spPr/>
      <dgm:t>
        <a:bodyPr/>
        <a:lstStyle/>
        <a:p>
          <a:endParaRPr lang="en-IN"/>
        </a:p>
      </dgm:t>
    </dgm:pt>
    <dgm:pt modelId="{53CD3349-A876-41F6-BB4E-BCE10B654F1C}" type="pres">
      <dgm:prSet presAssocID="{1942DD6A-19E8-4763-A58B-116AB2BE6BAF}" presName="CompostProcess" presStyleCnt="0">
        <dgm:presLayoutVars>
          <dgm:dir/>
          <dgm:resizeHandles val="exact"/>
        </dgm:presLayoutVars>
      </dgm:prSet>
      <dgm:spPr/>
    </dgm:pt>
    <dgm:pt modelId="{B45F53FB-B28F-462D-9249-6221E8111548}" type="pres">
      <dgm:prSet presAssocID="{1942DD6A-19E8-4763-A58B-116AB2BE6BAF}" presName="arrow" presStyleLbl="bgShp" presStyleIdx="0" presStyleCnt="1"/>
      <dgm:spPr/>
    </dgm:pt>
    <dgm:pt modelId="{6A335A12-FB66-490F-96D9-13547AD7EFD1}" type="pres">
      <dgm:prSet presAssocID="{1942DD6A-19E8-4763-A58B-116AB2BE6BAF}" presName="linearProcess" presStyleCnt="0"/>
      <dgm:spPr/>
    </dgm:pt>
    <dgm:pt modelId="{A234EAB8-043C-4470-A217-B8074AE84DE0}" type="pres">
      <dgm:prSet presAssocID="{84740D75-0ADC-490E-8F9F-431133C8F092}" presName="textNode" presStyleLbl="node1" presStyleIdx="0" presStyleCnt="9">
        <dgm:presLayoutVars>
          <dgm:bulletEnabled val="1"/>
        </dgm:presLayoutVars>
      </dgm:prSet>
      <dgm:spPr/>
    </dgm:pt>
    <dgm:pt modelId="{F999420E-352D-41F4-A983-ED86EFCDD361}" type="pres">
      <dgm:prSet presAssocID="{60BB4F14-9440-4FDD-98BC-9646F7208555}" presName="sibTrans" presStyleCnt="0"/>
      <dgm:spPr/>
    </dgm:pt>
    <dgm:pt modelId="{50943AD2-5D5C-48E3-A0AE-3A711D887FF4}" type="pres">
      <dgm:prSet presAssocID="{27B5D317-417B-46F4-8FDC-E7FFFAF6F7CB}" presName="textNode" presStyleLbl="node1" presStyleIdx="1" presStyleCnt="9">
        <dgm:presLayoutVars>
          <dgm:bulletEnabled val="1"/>
        </dgm:presLayoutVars>
      </dgm:prSet>
      <dgm:spPr/>
    </dgm:pt>
    <dgm:pt modelId="{C2FE762E-BF4C-44D6-AA2B-88E66BF446EA}" type="pres">
      <dgm:prSet presAssocID="{1DE7B4BD-9FCF-4182-AA44-BF7C84B6EA03}" presName="sibTrans" presStyleCnt="0"/>
      <dgm:spPr/>
    </dgm:pt>
    <dgm:pt modelId="{24C2B71E-A45B-4EA9-9FBA-57ECEABD1625}" type="pres">
      <dgm:prSet presAssocID="{AC722FA3-0763-454D-9659-B0013A3AFBA3}" presName="textNode" presStyleLbl="node1" presStyleIdx="2" presStyleCnt="9">
        <dgm:presLayoutVars>
          <dgm:bulletEnabled val="1"/>
        </dgm:presLayoutVars>
      </dgm:prSet>
      <dgm:spPr/>
    </dgm:pt>
    <dgm:pt modelId="{6E247465-CAE6-4F16-A4DB-B3E4198257B0}" type="pres">
      <dgm:prSet presAssocID="{8E87537C-E502-41E4-8BE2-624E2EE41B14}" presName="sibTrans" presStyleCnt="0"/>
      <dgm:spPr/>
    </dgm:pt>
    <dgm:pt modelId="{757A2E4F-DC6F-4EDE-BD8C-7A4F7D0A98AF}" type="pres">
      <dgm:prSet presAssocID="{BD37C39B-8E3B-4576-9952-110FD20E78EE}" presName="textNode" presStyleLbl="node1" presStyleIdx="3" presStyleCnt="9">
        <dgm:presLayoutVars>
          <dgm:bulletEnabled val="1"/>
        </dgm:presLayoutVars>
      </dgm:prSet>
      <dgm:spPr/>
    </dgm:pt>
    <dgm:pt modelId="{47F85D2C-2298-4C22-9509-983B288D184E}" type="pres">
      <dgm:prSet presAssocID="{EF0BD16D-E96C-49A8-8437-F186CD0D11A5}" presName="sibTrans" presStyleCnt="0"/>
      <dgm:spPr/>
    </dgm:pt>
    <dgm:pt modelId="{3566CA29-37A7-4D30-901C-C1AE6B71EB1C}" type="pres">
      <dgm:prSet presAssocID="{BFAB0F64-29F3-4EAB-9F4B-3FD6706FF581}" presName="textNode" presStyleLbl="node1" presStyleIdx="4" presStyleCnt="9">
        <dgm:presLayoutVars>
          <dgm:bulletEnabled val="1"/>
        </dgm:presLayoutVars>
      </dgm:prSet>
      <dgm:spPr/>
    </dgm:pt>
    <dgm:pt modelId="{F4691C79-2E9B-4757-AD59-4373DA4F6D89}" type="pres">
      <dgm:prSet presAssocID="{0BD57BC1-604B-43DE-B861-04D9A3F49F1A}" presName="sibTrans" presStyleCnt="0"/>
      <dgm:spPr/>
    </dgm:pt>
    <dgm:pt modelId="{DF04DF71-FE95-4217-AC29-1D6375A08866}" type="pres">
      <dgm:prSet presAssocID="{36E949D5-F605-466F-8962-E03E5639D760}" presName="textNode" presStyleLbl="node1" presStyleIdx="5" presStyleCnt="9">
        <dgm:presLayoutVars>
          <dgm:bulletEnabled val="1"/>
        </dgm:presLayoutVars>
      </dgm:prSet>
      <dgm:spPr/>
    </dgm:pt>
    <dgm:pt modelId="{40766834-9072-49AB-BB4F-D456FC908268}" type="pres">
      <dgm:prSet presAssocID="{3DA80CCC-A959-47A0-809D-F4C28676EEB7}" presName="sibTrans" presStyleCnt="0"/>
      <dgm:spPr/>
    </dgm:pt>
    <dgm:pt modelId="{621C0C26-1120-4109-BFD4-A43FCB205B21}" type="pres">
      <dgm:prSet presAssocID="{393C83F7-9CE1-4465-9363-5BCE7B8826EC}" presName="textNode" presStyleLbl="node1" presStyleIdx="6" presStyleCnt="9">
        <dgm:presLayoutVars>
          <dgm:bulletEnabled val="1"/>
        </dgm:presLayoutVars>
      </dgm:prSet>
      <dgm:spPr/>
    </dgm:pt>
    <dgm:pt modelId="{89B3781D-F159-4777-8526-F69421DBC51B}" type="pres">
      <dgm:prSet presAssocID="{784A2560-C231-4C7D-812D-F2B11B716D28}" presName="sibTrans" presStyleCnt="0"/>
      <dgm:spPr/>
    </dgm:pt>
    <dgm:pt modelId="{EF25506D-EBB0-4105-94D5-CEF9D984616E}" type="pres">
      <dgm:prSet presAssocID="{2FC11618-C192-48F0-829E-F933E9370F32}" presName="textNode" presStyleLbl="node1" presStyleIdx="7" presStyleCnt="9">
        <dgm:presLayoutVars>
          <dgm:bulletEnabled val="1"/>
        </dgm:presLayoutVars>
      </dgm:prSet>
      <dgm:spPr/>
    </dgm:pt>
    <dgm:pt modelId="{97ED6F12-EF80-4FF0-BD96-BF67EF49F127}" type="pres">
      <dgm:prSet presAssocID="{F6448472-F114-485D-AA45-41EE95C2E28F}" presName="sibTrans" presStyleCnt="0"/>
      <dgm:spPr/>
    </dgm:pt>
    <dgm:pt modelId="{324CD186-5EC9-4571-98A0-9A3A991655A7}" type="pres">
      <dgm:prSet presAssocID="{795C570F-E03C-48F5-A902-735B0B6FAB2E}" presName="textNode" presStyleLbl="node1" presStyleIdx="8" presStyleCnt="9">
        <dgm:presLayoutVars>
          <dgm:bulletEnabled val="1"/>
        </dgm:presLayoutVars>
      </dgm:prSet>
      <dgm:spPr/>
    </dgm:pt>
  </dgm:ptLst>
  <dgm:cxnLst>
    <dgm:cxn modelId="{CEE1522D-7E2E-4650-8DBD-5B0FF3307647}" srcId="{1942DD6A-19E8-4763-A58B-116AB2BE6BAF}" destId="{393C83F7-9CE1-4465-9363-5BCE7B8826EC}" srcOrd="6" destOrd="0" parTransId="{81820E18-C407-475D-817F-8F33D9F5321D}" sibTransId="{784A2560-C231-4C7D-812D-F2B11B716D28}"/>
    <dgm:cxn modelId="{6E94D93A-645B-49CF-B9D6-0565D1C0F24C}" srcId="{1942DD6A-19E8-4763-A58B-116AB2BE6BAF}" destId="{BD37C39B-8E3B-4576-9952-110FD20E78EE}" srcOrd="3" destOrd="0" parTransId="{BE9EB24F-650B-4263-88CD-350998B883BF}" sibTransId="{EF0BD16D-E96C-49A8-8437-F186CD0D11A5}"/>
    <dgm:cxn modelId="{7EBD6B3E-E2C7-41A2-8FA9-C90347736F11}" type="presOf" srcId="{2FC11618-C192-48F0-829E-F933E9370F32}" destId="{EF25506D-EBB0-4105-94D5-CEF9D984616E}" srcOrd="0" destOrd="0" presId="urn:microsoft.com/office/officeart/2005/8/layout/hProcess9"/>
    <dgm:cxn modelId="{EDCD763F-5E82-4042-98CE-AF5572B2C5B0}" type="presOf" srcId="{BD37C39B-8E3B-4576-9952-110FD20E78EE}" destId="{757A2E4F-DC6F-4EDE-BD8C-7A4F7D0A98AF}" srcOrd="0" destOrd="0" presId="urn:microsoft.com/office/officeart/2005/8/layout/hProcess9"/>
    <dgm:cxn modelId="{F1A9B65F-1E87-462A-A904-AFB4711208C0}" type="presOf" srcId="{36E949D5-F605-466F-8962-E03E5639D760}" destId="{DF04DF71-FE95-4217-AC29-1D6375A08866}" srcOrd="0" destOrd="0" presId="urn:microsoft.com/office/officeart/2005/8/layout/hProcess9"/>
    <dgm:cxn modelId="{5C0CCD42-14AD-41B7-84CC-10A4CE051CAF}" type="presOf" srcId="{AC722FA3-0763-454D-9659-B0013A3AFBA3}" destId="{24C2B71E-A45B-4EA9-9FBA-57ECEABD1625}" srcOrd="0" destOrd="0" presId="urn:microsoft.com/office/officeart/2005/8/layout/hProcess9"/>
    <dgm:cxn modelId="{195F9164-9BCD-4B35-AB4F-9F35BED99DF7}" type="presOf" srcId="{795C570F-E03C-48F5-A902-735B0B6FAB2E}" destId="{324CD186-5EC9-4571-98A0-9A3A991655A7}" srcOrd="0" destOrd="0" presId="urn:microsoft.com/office/officeart/2005/8/layout/hProcess9"/>
    <dgm:cxn modelId="{07923C45-FE49-4EC8-AC42-397D5985504D}" srcId="{1942DD6A-19E8-4763-A58B-116AB2BE6BAF}" destId="{BFAB0F64-29F3-4EAB-9F4B-3FD6706FF581}" srcOrd="4" destOrd="0" parTransId="{1E846965-A5AF-4FEA-8260-4049CD1D99FC}" sibTransId="{0BD57BC1-604B-43DE-B861-04D9A3F49F1A}"/>
    <dgm:cxn modelId="{0B88244B-52F1-4A0E-9608-A440BB54B04F}" type="presOf" srcId="{1942DD6A-19E8-4763-A58B-116AB2BE6BAF}" destId="{53CD3349-A876-41F6-BB4E-BCE10B654F1C}" srcOrd="0" destOrd="0" presId="urn:microsoft.com/office/officeart/2005/8/layout/hProcess9"/>
    <dgm:cxn modelId="{40C66882-382D-46F2-BF9F-A0875D415655}" srcId="{1942DD6A-19E8-4763-A58B-116AB2BE6BAF}" destId="{27B5D317-417B-46F4-8FDC-E7FFFAF6F7CB}" srcOrd="1" destOrd="0" parTransId="{1DECFDFB-3369-49BE-BA49-399C66556876}" sibTransId="{1DE7B4BD-9FCF-4182-AA44-BF7C84B6EA03}"/>
    <dgm:cxn modelId="{B0CA7A86-05F4-4EAF-BA1A-EDA63790F871}" srcId="{1942DD6A-19E8-4763-A58B-116AB2BE6BAF}" destId="{84740D75-0ADC-490E-8F9F-431133C8F092}" srcOrd="0" destOrd="0" parTransId="{47F04116-C572-4A74-9889-F5D3A13464A7}" sibTransId="{60BB4F14-9440-4FDD-98BC-9646F7208555}"/>
    <dgm:cxn modelId="{BB29FA86-B472-413E-BA42-87D1A0F3F0CE}" type="presOf" srcId="{84740D75-0ADC-490E-8F9F-431133C8F092}" destId="{A234EAB8-043C-4470-A217-B8074AE84DE0}" srcOrd="0" destOrd="0" presId="urn:microsoft.com/office/officeart/2005/8/layout/hProcess9"/>
    <dgm:cxn modelId="{635F9EA4-E30F-4D75-811B-6B7426D4CA40}" type="presOf" srcId="{BFAB0F64-29F3-4EAB-9F4B-3FD6706FF581}" destId="{3566CA29-37A7-4D30-901C-C1AE6B71EB1C}" srcOrd="0" destOrd="0" presId="urn:microsoft.com/office/officeart/2005/8/layout/hProcess9"/>
    <dgm:cxn modelId="{D4589CB2-22A3-4873-8DFE-807A9942BE82}" srcId="{1942DD6A-19E8-4763-A58B-116AB2BE6BAF}" destId="{795C570F-E03C-48F5-A902-735B0B6FAB2E}" srcOrd="8" destOrd="0" parTransId="{19922CA6-7AE3-46B5-BE8D-D5833A36F93A}" sibTransId="{AD7F15CD-F513-4B97-BB13-C15B1833B816}"/>
    <dgm:cxn modelId="{DDC861BD-F723-41F4-8509-FB25F77BE030}" type="presOf" srcId="{393C83F7-9CE1-4465-9363-5BCE7B8826EC}" destId="{621C0C26-1120-4109-BFD4-A43FCB205B21}" srcOrd="0" destOrd="0" presId="urn:microsoft.com/office/officeart/2005/8/layout/hProcess9"/>
    <dgm:cxn modelId="{ACA96FDA-6CE9-4DD2-8A99-1F6266BF1E76}" srcId="{1942DD6A-19E8-4763-A58B-116AB2BE6BAF}" destId="{36E949D5-F605-466F-8962-E03E5639D760}" srcOrd="5" destOrd="0" parTransId="{BFFF9EB5-A0FE-40DA-8296-09789A12B7FA}" sibTransId="{3DA80CCC-A959-47A0-809D-F4C28676EEB7}"/>
    <dgm:cxn modelId="{74681BEA-0CD1-4832-929A-2CC8637DDA73}" srcId="{1942DD6A-19E8-4763-A58B-116AB2BE6BAF}" destId="{2FC11618-C192-48F0-829E-F933E9370F32}" srcOrd="7" destOrd="0" parTransId="{C7CA62E6-8E06-4FBF-96CC-468B9CD8435A}" sibTransId="{F6448472-F114-485D-AA45-41EE95C2E28F}"/>
    <dgm:cxn modelId="{761BFDFD-A47D-4154-BDBE-C6267EBD453C}" type="presOf" srcId="{27B5D317-417B-46F4-8FDC-E7FFFAF6F7CB}" destId="{50943AD2-5D5C-48E3-A0AE-3A711D887FF4}" srcOrd="0" destOrd="0" presId="urn:microsoft.com/office/officeart/2005/8/layout/hProcess9"/>
    <dgm:cxn modelId="{306F2EFE-0ED9-47B9-B7B2-171781B5CC9A}" srcId="{1942DD6A-19E8-4763-A58B-116AB2BE6BAF}" destId="{AC722FA3-0763-454D-9659-B0013A3AFBA3}" srcOrd="2" destOrd="0" parTransId="{58E77783-CC15-450A-BDD8-5B6CE474DFA4}" sibTransId="{8E87537C-E502-41E4-8BE2-624E2EE41B14}"/>
    <dgm:cxn modelId="{F16ABBC9-8F15-4CF4-9E1D-29D6467795D4}" type="presParOf" srcId="{53CD3349-A876-41F6-BB4E-BCE10B654F1C}" destId="{B45F53FB-B28F-462D-9249-6221E8111548}" srcOrd="0" destOrd="0" presId="urn:microsoft.com/office/officeart/2005/8/layout/hProcess9"/>
    <dgm:cxn modelId="{5F1FF89B-0DD9-47EB-8E2B-1D28188BF6C4}" type="presParOf" srcId="{53CD3349-A876-41F6-BB4E-BCE10B654F1C}" destId="{6A335A12-FB66-490F-96D9-13547AD7EFD1}" srcOrd="1" destOrd="0" presId="urn:microsoft.com/office/officeart/2005/8/layout/hProcess9"/>
    <dgm:cxn modelId="{0F1EE697-EF2A-4EB0-84D3-C09D9DFACA61}" type="presParOf" srcId="{6A335A12-FB66-490F-96D9-13547AD7EFD1}" destId="{A234EAB8-043C-4470-A217-B8074AE84DE0}" srcOrd="0" destOrd="0" presId="urn:microsoft.com/office/officeart/2005/8/layout/hProcess9"/>
    <dgm:cxn modelId="{047E4A80-F3F8-43B2-A6A0-E28616A3B017}" type="presParOf" srcId="{6A335A12-FB66-490F-96D9-13547AD7EFD1}" destId="{F999420E-352D-41F4-A983-ED86EFCDD361}" srcOrd="1" destOrd="0" presId="urn:microsoft.com/office/officeart/2005/8/layout/hProcess9"/>
    <dgm:cxn modelId="{65B6C5CB-9332-49FC-8AC4-657FC0FCE81D}" type="presParOf" srcId="{6A335A12-FB66-490F-96D9-13547AD7EFD1}" destId="{50943AD2-5D5C-48E3-A0AE-3A711D887FF4}" srcOrd="2" destOrd="0" presId="urn:microsoft.com/office/officeart/2005/8/layout/hProcess9"/>
    <dgm:cxn modelId="{24C4706E-EE53-49DF-87A4-DD11A97BCD2D}" type="presParOf" srcId="{6A335A12-FB66-490F-96D9-13547AD7EFD1}" destId="{C2FE762E-BF4C-44D6-AA2B-88E66BF446EA}" srcOrd="3" destOrd="0" presId="urn:microsoft.com/office/officeart/2005/8/layout/hProcess9"/>
    <dgm:cxn modelId="{EE5FCE67-3BBB-444E-8357-291115004A8D}" type="presParOf" srcId="{6A335A12-FB66-490F-96D9-13547AD7EFD1}" destId="{24C2B71E-A45B-4EA9-9FBA-57ECEABD1625}" srcOrd="4" destOrd="0" presId="urn:microsoft.com/office/officeart/2005/8/layout/hProcess9"/>
    <dgm:cxn modelId="{0F22F4B4-F16B-4625-8C4B-FDD94CBA6966}" type="presParOf" srcId="{6A335A12-FB66-490F-96D9-13547AD7EFD1}" destId="{6E247465-CAE6-4F16-A4DB-B3E4198257B0}" srcOrd="5" destOrd="0" presId="urn:microsoft.com/office/officeart/2005/8/layout/hProcess9"/>
    <dgm:cxn modelId="{3A8F56BE-6472-452B-B5E0-C3A59154D23E}" type="presParOf" srcId="{6A335A12-FB66-490F-96D9-13547AD7EFD1}" destId="{757A2E4F-DC6F-4EDE-BD8C-7A4F7D0A98AF}" srcOrd="6" destOrd="0" presId="urn:microsoft.com/office/officeart/2005/8/layout/hProcess9"/>
    <dgm:cxn modelId="{0D0D68B4-B771-4245-BA67-94C33B0EEE57}" type="presParOf" srcId="{6A335A12-FB66-490F-96D9-13547AD7EFD1}" destId="{47F85D2C-2298-4C22-9509-983B288D184E}" srcOrd="7" destOrd="0" presId="urn:microsoft.com/office/officeart/2005/8/layout/hProcess9"/>
    <dgm:cxn modelId="{C6333275-C8A4-4DCB-A34B-0D0D05895D88}" type="presParOf" srcId="{6A335A12-FB66-490F-96D9-13547AD7EFD1}" destId="{3566CA29-37A7-4D30-901C-C1AE6B71EB1C}" srcOrd="8" destOrd="0" presId="urn:microsoft.com/office/officeart/2005/8/layout/hProcess9"/>
    <dgm:cxn modelId="{6820DED1-7F79-4BA2-8AE5-73440A73AD63}" type="presParOf" srcId="{6A335A12-FB66-490F-96D9-13547AD7EFD1}" destId="{F4691C79-2E9B-4757-AD59-4373DA4F6D89}" srcOrd="9" destOrd="0" presId="urn:microsoft.com/office/officeart/2005/8/layout/hProcess9"/>
    <dgm:cxn modelId="{504E4BBF-DF74-40B8-A353-04187FD85FA9}" type="presParOf" srcId="{6A335A12-FB66-490F-96D9-13547AD7EFD1}" destId="{DF04DF71-FE95-4217-AC29-1D6375A08866}" srcOrd="10" destOrd="0" presId="urn:microsoft.com/office/officeart/2005/8/layout/hProcess9"/>
    <dgm:cxn modelId="{913F0BD1-973C-4034-B71B-938341DC6B5E}" type="presParOf" srcId="{6A335A12-FB66-490F-96D9-13547AD7EFD1}" destId="{40766834-9072-49AB-BB4F-D456FC908268}" srcOrd="11" destOrd="0" presId="urn:microsoft.com/office/officeart/2005/8/layout/hProcess9"/>
    <dgm:cxn modelId="{CE1D3797-E520-4F83-8BF0-393E2AD79CAE}" type="presParOf" srcId="{6A335A12-FB66-490F-96D9-13547AD7EFD1}" destId="{621C0C26-1120-4109-BFD4-A43FCB205B21}" srcOrd="12" destOrd="0" presId="urn:microsoft.com/office/officeart/2005/8/layout/hProcess9"/>
    <dgm:cxn modelId="{1BE267CC-84F8-4316-87D0-0CFFBD247EB7}" type="presParOf" srcId="{6A335A12-FB66-490F-96D9-13547AD7EFD1}" destId="{89B3781D-F159-4777-8526-F69421DBC51B}" srcOrd="13" destOrd="0" presId="urn:microsoft.com/office/officeart/2005/8/layout/hProcess9"/>
    <dgm:cxn modelId="{0D01581D-AF53-43ED-8EB1-7AA20E111E05}" type="presParOf" srcId="{6A335A12-FB66-490F-96D9-13547AD7EFD1}" destId="{EF25506D-EBB0-4105-94D5-CEF9D984616E}" srcOrd="14" destOrd="0" presId="urn:microsoft.com/office/officeart/2005/8/layout/hProcess9"/>
    <dgm:cxn modelId="{53A1C98A-AFE0-430C-A228-6B744D827520}" type="presParOf" srcId="{6A335A12-FB66-490F-96D9-13547AD7EFD1}" destId="{97ED6F12-EF80-4FF0-BD96-BF67EF49F127}" srcOrd="15" destOrd="0" presId="urn:microsoft.com/office/officeart/2005/8/layout/hProcess9"/>
    <dgm:cxn modelId="{00656B12-2095-4512-81E6-B6BB598F430C}" type="presParOf" srcId="{6A335A12-FB66-490F-96D9-13547AD7EFD1}" destId="{324CD186-5EC9-4571-98A0-9A3A991655A7}" srcOrd="1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C75F89E-8661-49DD-9341-811A32929E53}" type="doc">
      <dgm:prSet loTypeId="urn:microsoft.com/office/officeart/2005/8/layout/pyramid2" loCatId="pyramid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IN"/>
        </a:p>
      </dgm:t>
    </dgm:pt>
    <dgm:pt modelId="{5C2AAD98-3315-47EA-B03A-B8F0F47ED107}">
      <dgm:prSet/>
      <dgm:spPr/>
      <dgm:t>
        <a:bodyPr/>
        <a:lstStyle/>
        <a:p>
          <a:r>
            <a:rPr lang="en-IN"/>
            <a:t>Complete Notes </a:t>
          </a:r>
        </a:p>
      </dgm:t>
    </dgm:pt>
    <dgm:pt modelId="{D5B0A4E4-146D-44CA-8EAF-A5AE699AD20A}" type="parTrans" cxnId="{E0F43CDE-5D66-47BC-B9D8-41E26B98D710}">
      <dgm:prSet/>
      <dgm:spPr/>
      <dgm:t>
        <a:bodyPr/>
        <a:lstStyle/>
        <a:p>
          <a:endParaRPr lang="en-IN"/>
        </a:p>
      </dgm:t>
    </dgm:pt>
    <dgm:pt modelId="{D71F9B96-0C4C-48DD-A9EE-AC876124398D}" type="sibTrans" cxnId="{E0F43CDE-5D66-47BC-B9D8-41E26B98D710}">
      <dgm:prSet/>
      <dgm:spPr/>
      <dgm:t>
        <a:bodyPr/>
        <a:lstStyle/>
        <a:p>
          <a:endParaRPr lang="en-IN"/>
        </a:p>
      </dgm:t>
    </dgm:pt>
    <dgm:pt modelId="{2812947C-82F0-46A8-9591-85EF2C80DF85}">
      <dgm:prSet/>
      <dgm:spPr/>
      <dgm:t>
        <a:bodyPr/>
        <a:lstStyle/>
        <a:p>
          <a:r>
            <a:rPr lang="en-IN"/>
            <a:t>Practice Problems </a:t>
          </a:r>
        </a:p>
      </dgm:t>
    </dgm:pt>
    <dgm:pt modelId="{B10403B1-0297-40EE-8C1F-B9B6E4E5A7B7}" type="parTrans" cxnId="{373357B8-D038-4A1A-9B70-C21A07F1F41D}">
      <dgm:prSet/>
      <dgm:spPr/>
      <dgm:t>
        <a:bodyPr/>
        <a:lstStyle/>
        <a:p>
          <a:endParaRPr lang="en-IN"/>
        </a:p>
      </dgm:t>
    </dgm:pt>
    <dgm:pt modelId="{1EDA2BEA-721A-4D65-948D-151BF6A0CBA7}" type="sibTrans" cxnId="{373357B8-D038-4A1A-9B70-C21A07F1F41D}">
      <dgm:prSet/>
      <dgm:spPr/>
      <dgm:t>
        <a:bodyPr/>
        <a:lstStyle/>
        <a:p>
          <a:endParaRPr lang="en-IN"/>
        </a:p>
      </dgm:t>
    </dgm:pt>
    <dgm:pt modelId="{3C3CB0A3-2152-4A77-B7A3-AD76122F4B6C}">
      <dgm:prSet/>
      <dgm:spPr/>
      <dgm:t>
        <a:bodyPr/>
        <a:lstStyle/>
        <a:p>
          <a:r>
            <a:rPr lang="en-IN"/>
            <a:t>Assignments </a:t>
          </a:r>
        </a:p>
      </dgm:t>
    </dgm:pt>
    <dgm:pt modelId="{3FA59321-E774-4A98-8E98-B401070F71D0}" type="parTrans" cxnId="{FF1CC7B2-E700-44DB-BA2B-9A3CC8C46F79}">
      <dgm:prSet/>
      <dgm:spPr/>
      <dgm:t>
        <a:bodyPr/>
        <a:lstStyle/>
        <a:p>
          <a:endParaRPr lang="en-IN"/>
        </a:p>
      </dgm:t>
    </dgm:pt>
    <dgm:pt modelId="{87CCE131-D5A0-4542-BDAF-3C9FB37B6387}" type="sibTrans" cxnId="{FF1CC7B2-E700-44DB-BA2B-9A3CC8C46F79}">
      <dgm:prSet/>
      <dgm:spPr/>
      <dgm:t>
        <a:bodyPr/>
        <a:lstStyle/>
        <a:p>
          <a:endParaRPr lang="en-IN"/>
        </a:p>
      </dgm:t>
    </dgm:pt>
    <dgm:pt modelId="{2F4619A5-B238-410E-B4E4-38B82929E911}">
      <dgm:prSet/>
      <dgm:spPr/>
      <dgm:t>
        <a:bodyPr/>
        <a:lstStyle/>
        <a:p>
          <a:r>
            <a:rPr lang="en-IN"/>
            <a:t>Source Code Project Files </a:t>
          </a:r>
        </a:p>
      </dgm:t>
    </dgm:pt>
    <dgm:pt modelId="{C7F1C593-7031-46CC-81B1-C82F7F895862}" type="parTrans" cxnId="{70EC9060-8567-4D22-B23A-8FF42C148540}">
      <dgm:prSet/>
      <dgm:spPr/>
      <dgm:t>
        <a:bodyPr/>
        <a:lstStyle/>
        <a:p>
          <a:endParaRPr lang="en-IN"/>
        </a:p>
      </dgm:t>
    </dgm:pt>
    <dgm:pt modelId="{D629B74E-ECB2-4543-9AF7-7C1CF659D61B}" type="sibTrans" cxnId="{70EC9060-8567-4D22-B23A-8FF42C148540}">
      <dgm:prSet/>
      <dgm:spPr/>
      <dgm:t>
        <a:bodyPr/>
        <a:lstStyle/>
        <a:p>
          <a:endParaRPr lang="en-IN"/>
        </a:p>
      </dgm:t>
    </dgm:pt>
    <dgm:pt modelId="{BAB08CB6-890C-4318-B0FE-3C196D764BA7}">
      <dgm:prSet/>
      <dgm:spPr/>
      <dgm:t>
        <a:bodyPr/>
        <a:lstStyle/>
        <a:p>
          <a:r>
            <a:rPr lang="en-IN"/>
            <a:t>Revision Material</a:t>
          </a:r>
        </a:p>
      </dgm:t>
    </dgm:pt>
    <dgm:pt modelId="{1D2F05D3-D50B-497A-B0A4-F358F5E057AC}" type="parTrans" cxnId="{DDBF6128-3F29-4B7C-BB73-D5A0FC43B8E8}">
      <dgm:prSet/>
      <dgm:spPr/>
      <dgm:t>
        <a:bodyPr/>
        <a:lstStyle/>
        <a:p>
          <a:endParaRPr lang="en-IN"/>
        </a:p>
      </dgm:t>
    </dgm:pt>
    <dgm:pt modelId="{2FDCAE7E-E65D-4168-8B14-02500963171B}" type="sibTrans" cxnId="{DDBF6128-3F29-4B7C-BB73-D5A0FC43B8E8}">
      <dgm:prSet/>
      <dgm:spPr/>
      <dgm:t>
        <a:bodyPr/>
        <a:lstStyle/>
        <a:p>
          <a:endParaRPr lang="en-IN"/>
        </a:p>
      </dgm:t>
    </dgm:pt>
    <dgm:pt modelId="{676F8FF5-C3D7-47D8-A460-F7868437AD30}" type="pres">
      <dgm:prSet presAssocID="{7C75F89E-8661-49DD-9341-811A32929E53}" presName="compositeShape" presStyleCnt="0">
        <dgm:presLayoutVars>
          <dgm:dir/>
          <dgm:resizeHandles/>
        </dgm:presLayoutVars>
      </dgm:prSet>
      <dgm:spPr/>
    </dgm:pt>
    <dgm:pt modelId="{808A61C2-AA13-4FEA-834E-36514A91F8C7}" type="pres">
      <dgm:prSet presAssocID="{7C75F89E-8661-49DD-9341-811A32929E53}" presName="pyramid" presStyleLbl="node1" presStyleIdx="0" presStyleCnt="1"/>
      <dgm:spPr/>
    </dgm:pt>
    <dgm:pt modelId="{56AB26BC-EE18-4572-919E-75AA0237ED90}" type="pres">
      <dgm:prSet presAssocID="{7C75F89E-8661-49DD-9341-811A32929E53}" presName="theList" presStyleCnt="0"/>
      <dgm:spPr/>
    </dgm:pt>
    <dgm:pt modelId="{DFBE70A7-2F96-42BC-85B3-97F71FCD7B44}" type="pres">
      <dgm:prSet presAssocID="{5C2AAD98-3315-47EA-B03A-B8F0F47ED107}" presName="aNode" presStyleLbl="fgAcc1" presStyleIdx="0" presStyleCnt="5">
        <dgm:presLayoutVars>
          <dgm:bulletEnabled val="1"/>
        </dgm:presLayoutVars>
      </dgm:prSet>
      <dgm:spPr/>
    </dgm:pt>
    <dgm:pt modelId="{DE4A698A-39B0-47E6-B2E1-BC3B7AFF553D}" type="pres">
      <dgm:prSet presAssocID="{5C2AAD98-3315-47EA-B03A-B8F0F47ED107}" presName="aSpace" presStyleCnt="0"/>
      <dgm:spPr/>
    </dgm:pt>
    <dgm:pt modelId="{40297447-0ED7-4F90-9D05-D47D74BDD25C}" type="pres">
      <dgm:prSet presAssocID="{2812947C-82F0-46A8-9591-85EF2C80DF85}" presName="aNode" presStyleLbl="fgAcc1" presStyleIdx="1" presStyleCnt="5">
        <dgm:presLayoutVars>
          <dgm:bulletEnabled val="1"/>
        </dgm:presLayoutVars>
      </dgm:prSet>
      <dgm:spPr/>
    </dgm:pt>
    <dgm:pt modelId="{98CFA261-5F96-49D2-8587-7B038F8E5748}" type="pres">
      <dgm:prSet presAssocID="{2812947C-82F0-46A8-9591-85EF2C80DF85}" presName="aSpace" presStyleCnt="0"/>
      <dgm:spPr/>
    </dgm:pt>
    <dgm:pt modelId="{2A5B47ED-93F6-4736-A9A7-B5D61F0246A1}" type="pres">
      <dgm:prSet presAssocID="{3C3CB0A3-2152-4A77-B7A3-AD76122F4B6C}" presName="aNode" presStyleLbl="fgAcc1" presStyleIdx="2" presStyleCnt="5">
        <dgm:presLayoutVars>
          <dgm:bulletEnabled val="1"/>
        </dgm:presLayoutVars>
      </dgm:prSet>
      <dgm:spPr/>
    </dgm:pt>
    <dgm:pt modelId="{26ACCA93-18AE-4F4C-B6BC-0A9F53D98DFF}" type="pres">
      <dgm:prSet presAssocID="{3C3CB0A3-2152-4A77-B7A3-AD76122F4B6C}" presName="aSpace" presStyleCnt="0"/>
      <dgm:spPr/>
    </dgm:pt>
    <dgm:pt modelId="{8FFAD287-63CC-487C-88E8-C70CEBB06AE0}" type="pres">
      <dgm:prSet presAssocID="{2F4619A5-B238-410E-B4E4-38B82929E911}" presName="aNode" presStyleLbl="fgAcc1" presStyleIdx="3" presStyleCnt="5">
        <dgm:presLayoutVars>
          <dgm:bulletEnabled val="1"/>
        </dgm:presLayoutVars>
      </dgm:prSet>
      <dgm:spPr/>
    </dgm:pt>
    <dgm:pt modelId="{F8E99DE4-8682-4C5B-8B18-15B17CE627B4}" type="pres">
      <dgm:prSet presAssocID="{2F4619A5-B238-410E-B4E4-38B82929E911}" presName="aSpace" presStyleCnt="0"/>
      <dgm:spPr/>
    </dgm:pt>
    <dgm:pt modelId="{3321387B-28BA-4B60-A11E-52D44230FE34}" type="pres">
      <dgm:prSet presAssocID="{BAB08CB6-890C-4318-B0FE-3C196D764BA7}" presName="aNode" presStyleLbl="fgAcc1" presStyleIdx="4" presStyleCnt="5">
        <dgm:presLayoutVars>
          <dgm:bulletEnabled val="1"/>
        </dgm:presLayoutVars>
      </dgm:prSet>
      <dgm:spPr/>
    </dgm:pt>
    <dgm:pt modelId="{B192DFE6-FAE6-499E-A11B-77B2BE473AC3}" type="pres">
      <dgm:prSet presAssocID="{BAB08CB6-890C-4318-B0FE-3C196D764BA7}" presName="aSpace" presStyleCnt="0"/>
      <dgm:spPr/>
    </dgm:pt>
  </dgm:ptLst>
  <dgm:cxnLst>
    <dgm:cxn modelId="{DDBF6128-3F29-4B7C-BB73-D5A0FC43B8E8}" srcId="{7C75F89E-8661-49DD-9341-811A32929E53}" destId="{BAB08CB6-890C-4318-B0FE-3C196D764BA7}" srcOrd="4" destOrd="0" parTransId="{1D2F05D3-D50B-497A-B0A4-F358F5E057AC}" sibTransId="{2FDCAE7E-E65D-4168-8B14-02500963171B}"/>
    <dgm:cxn modelId="{70EC9060-8567-4D22-B23A-8FF42C148540}" srcId="{7C75F89E-8661-49DD-9341-811A32929E53}" destId="{2F4619A5-B238-410E-B4E4-38B82929E911}" srcOrd="3" destOrd="0" parTransId="{C7F1C593-7031-46CC-81B1-C82F7F895862}" sibTransId="{D629B74E-ECB2-4543-9AF7-7C1CF659D61B}"/>
    <dgm:cxn modelId="{8781E76F-9E3A-46BB-BC85-5CF72A1036C1}" type="presOf" srcId="{7C75F89E-8661-49DD-9341-811A32929E53}" destId="{676F8FF5-C3D7-47D8-A460-F7868437AD30}" srcOrd="0" destOrd="0" presId="urn:microsoft.com/office/officeart/2005/8/layout/pyramid2"/>
    <dgm:cxn modelId="{8F3E608D-AB92-4340-8CD7-7035AA8D7043}" type="presOf" srcId="{2F4619A5-B238-410E-B4E4-38B82929E911}" destId="{8FFAD287-63CC-487C-88E8-C70CEBB06AE0}" srcOrd="0" destOrd="0" presId="urn:microsoft.com/office/officeart/2005/8/layout/pyramid2"/>
    <dgm:cxn modelId="{01135E9D-6547-432B-8C19-B4CB7700ED3B}" type="presOf" srcId="{2812947C-82F0-46A8-9591-85EF2C80DF85}" destId="{40297447-0ED7-4F90-9D05-D47D74BDD25C}" srcOrd="0" destOrd="0" presId="urn:microsoft.com/office/officeart/2005/8/layout/pyramid2"/>
    <dgm:cxn modelId="{FF1CC7B2-E700-44DB-BA2B-9A3CC8C46F79}" srcId="{7C75F89E-8661-49DD-9341-811A32929E53}" destId="{3C3CB0A3-2152-4A77-B7A3-AD76122F4B6C}" srcOrd="2" destOrd="0" parTransId="{3FA59321-E774-4A98-8E98-B401070F71D0}" sibTransId="{87CCE131-D5A0-4542-BDAF-3C9FB37B6387}"/>
    <dgm:cxn modelId="{373357B8-D038-4A1A-9B70-C21A07F1F41D}" srcId="{7C75F89E-8661-49DD-9341-811A32929E53}" destId="{2812947C-82F0-46A8-9591-85EF2C80DF85}" srcOrd="1" destOrd="0" parTransId="{B10403B1-0297-40EE-8C1F-B9B6E4E5A7B7}" sibTransId="{1EDA2BEA-721A-4D65-948D-151BF6A0CBA7}"/>
    <dgm:cxn modelId="{8103BCD0-AA34-4ACB-BE44-71766DCD557A}" type="presOf" srcId="{BAB08CB6-890C-4318-B0FE-3C196D764BA7}" destId="{3321387B-28BA-4B60-A11E-52D44230FE34}" srcOrd="0" destOrd="0" presId="urn:microsoft.com/office/officeart/2005/8/layout/pyramid2"/>
    <dgm:cxn modelId="{E0F43CDE-5D66-47BC-B9D8-41E26B98D710}" srcId="{7C75F89E-8661-49DD-9341-811A32929E53}" destId="{5C2AAD98-3315-47EA-B03A-B8F0F47ED107}" srcOrd="0" destOrd="0" parTransId="{D5B0A4E4-146D-44CA-8EAF-A5AE699AD20A}" sibTransId="{D71F9B96-0C4C-48DD-A9EE-AC876124398D}"/>
    <dgm:cxn modelId="{43B200F7-AFD4-4947-90F3-174D712A79EA}" type="presOf" srcId="{5C2AAD98-3315-47EA-B03A-B8F0F47ED107}" destId="{DFBE70A7-2F96-42BC-85B3-97F71FCD7B44}" srcOrd="0" destOrd="0" presId="urn:microsoft.com/office/officeart/2005/8/layout/pyramid2"/>
    <dgm:cxn modelId="{934D2FFD-DD4E-4626-B23E-97EE8A41446A}" type="presOf" srcId="{3C3CB0A3-2152-4A77-B7A3-AD76122F4B6C}" destId="{2A5B47ED-93F6-4736-A9A7-B5D61F0246A1}" srcOrd="0" destOrd="0" presId="urn:microsoft.com/office/officeart/2005/8/layout/pyramid2"/>
    <dgm:cxn modelId="{DD61C2B2-1501-4048-96D8-9EFEE30AEC6F}" type="presParOf" srcId="{676F8FF5-C3D7-47D8-A460-F7868437AD30}" destId="{808A61C2-AA13-4FEA-834E-36514A91F8C7}" srcOrd="0" destOrd="0" presId="urn:microsoft.com/office/officeart/2005/8/layout/pyramid2"/>
    <dgm:cxn modelId="{81AF3B64-F47A-479F-B1A1-9D079627F8BD}" type="presParOf" srcId="{676F8FF5-C3D7-47D8-A460-F7868437AD30}" destId="{56AB26BC-EE18-4572-919E-75AA0237ED90}" srcOrd="1" destOrd="0" presId="urn:microsoft.com/office/officeart/2005/8/layout/pyramid2"/>
    <dgm:cxn modelId="{9604448A-9D26-4374-AF2F-ABB5B4149FF2}" type="presParOf" srcId="{56AB26BC-EE18-4572-919E-75AA0237ED90}" destId="{DFBE70A7-2F96-42BC-85B3-97F71FCD7B44}" srcOrd="0" destOrd="0" presId="urn:microsoft.com/office/officeart/2005/8/layout/pyramid2"/>
    <dgm:cxn modelId="{F45DA5BE-1D3E-4EAB-AEED-DDBBE8200B65}" type="presParOf" srcId="{56AB26BC-EE18-4572-919E-75AA0237ED90}" destId="{DE4A698A-39B0-47E6-B2E1-BC3B7AFF553D}" srcOrd="1" destOrd="0" presId="urn:microsoft.com/office/officeart/2005/8/layout/pyramid2"/>
    <dgm:cxn modelId="{F557F0D5-91C8-4055-8754-83E261D654A4}" type="presParOf" srcId="{56AB26BC-EE18-4572-919E-75AA0237ED90}" destId="{40297447-0ED7-4F90-9D05-D47D74BDD25C}" srcOrd="2" destOrd="0" presId="urn:microsoft.com/office/officeart/2005/8/layout/pyramid2"/>
    <dgm:cxn modelId="{82E31BAA-0A25-4AE9-9D18-70813BF3D6F4}" type="presParOf" srcId="{56AB26BC-EE18-4572-919E-75AA0237ED90}" destId="{98CFA261-5F96-49D2-8587-7B038F8E5748}" srcOrd="3" destOrd="0" presId="urn:microsoft.com/office/officeart/2005/8/layout/pyramid2"/>
    <dgm:cxn modelId="{BE4C70D1-55A8-4EDF-897B-A883D683B8BB}" type="presParOf" srcId="{56AB26BC-EE18-4572-919E-75AA0237ED90}" destId="{2A5B47ED-93F6-4736-A9A7-B5D61F0246A1}" srcOrd="4" destOrd="0" presId="urn:microsoft.com/office/officeart/2005/8/layout/pyramid2"/>
    <dgm:cxn modelId="{910FF4EE-3DC3-4589-8456-9B5EDB0D6BF6}" type="presParOf" srcId="{56AB26BC-EE18-4572-919E-75AA0237ED90}" destId="{26ACCA93-18AE-4F4C-B6BC-0A9F53D98DFF}" srcOrd="5" destOrd="0" presId="urn:microsoft.com/office/officeart/2005/8/layout/pyramid2"/>
    <dgm:cxn modelId="{27A4D170-B67B-4B56-B3E2-C63A6AA05798}" type="presParOf" srcId="{56AB26BC-EE18-4572-919E-75AA0237ED90}" destId="{8FFAD287-63CC-487C-88E8-C70CEBB06AE0}" srcOrd="6" destOrd="0" presId="urn:microsoft.com/office/officeart/2005/8/layout/pyramid2"/>
    <dgm:cxn modelId="{B842FB03-71F0-4E99-8BEB-137619DDAC7A}" type="presParOf" srcId="{56AB26BC-EE18-4572-919E-75AA0237ED90}" destId="{F8E99DE4-8682-4C5B-8B18-15B17CE627B4}" srcOrd="7" destOrd="0" presId="urn:microsoft.com/office/officeart/2005/8/layout/pyramid2"/>
    <dgm:cxn modelId="{A71E5847-EB4E-4CB9-B170-4CDCCB30CEAE}" type="presParOf" srcId="{56AB26BC-EE18-4572-919E-75AA0237ED90}" destId="{3321387B-28BA-4B60-A11E-52D44230FE34}" srcOrd="8" destOrd="0" presId="urn:microsoft.com/office/officeart/2005/8/layout/pyramid2"/>
    <dgm:cxn modelId="{25D0EA0F-D16C-4122-8C3F-68373E2DDFF5}" type="presParOf" srcId="{56AB26BC-EE18-4572-919E-75AA0237ED90}" destId="{B192DFE6-FAE6-499E-A11B-77B2BE473AC3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6F34D0-C4DA-48A3-9507-F8AE869233F2}">
      <dsp:nvSpPr>
        <dsp:cNvPr id="0" name=""/>
        <dsp:cNvSpPr/>
      </dsp:nvSpPr>
      <dsp:spPr>
        <a:xfrm>
          <a:off x="3216029" y="0"/>
          <a:ext cx="4973150" cy="497315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06C2B4-C9C2-411D-96D6-1AD7E48733B3}">
      <dsp:nvSpPr>
        <dsp:cNvPr id="0" name=""/>
        <dsp:cNvSpPr/>
      </dsp:nvSpPr>
      <dsp:spPr>
        <a:xfrm>
          <a:off x="3688478" y="472449"/>
          <a:ext cx="1939528" cy="19395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AI is transforming every industry. </a:t>
          </a:r>
        </a:p>
      </dsp:txBody>
      <dsp:txXfrm>
        <a:off x="3783158" y="567129"/>
        <a:ext cx="1750168" cy="1750168"/>
      </dsp:txXfrm>
    </dsp:sp>
    <dsp:sp modelId="{B354D2CA-73D3-401D-B9BC-48FCFE64A359}">
      <dsp:nvSpPr>
        <dsp:cNvPr id="0" name=""/>
        <dsp:cNvSpPr/>
      </dsp:nvSpPr>
      <dsp:spPr>
        <a:xfrm>
          <a:off x="5777201" y="472449"/>
          <a:ext cx="1939528" cy="19395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Most online courses are incomplete or expensive. </a:t>
          </a:r>
        </a:p>
      </dsp:txBody>
      <dsp:txXfrm>
        <a:off x="5871881" y="567129"/>
        <a:ext cx="1750168" cy="1750168"/>
      </dsp:txXfrm>
    </dsp:sp>
    <dsp:sp modelId="{121B49E6-2C12-4A41-B3DC-08D06430E98A}">
      <dsp:nvSpPr>
        <dsp:cNvPr id="0" name=""/>
        <dsp:cNvSpPr/>
      </dsp:nvSpPr>
      <dsp:spPr>
        <a:xfrm>
          <a:off x="3688478" y="2561172"/>
          <a:ext cx="1939528" cy="193952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Many students don't know where to start. </a:t>
          </a:r>
        </a:p>
      </dsp:txBody>
      <dsp:txXfrm>
        <a:off x="3783158" y="2655852"/>
        <a:ext cx="1750168" cy="1750168"/>
      </dsp:txXfrm>
    </dsp:sp>
    <dsp:sp modelId="{A99833D6-4A35-4CEE-912B-F82DD83912A7}">
      <dsp:nvSpPr>
        <dsp:cNvPr id="0" name=""/>
        <dsp:cNvSpPr/>
      </dsp:nvSpPr>
      <dsp:spPr>
        <a:xfrm>
          <a:off x="5777201" y="2561172"/>
          <a:ext cx="1939528" cy="19395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This series gives a complete roadmap for free.</a:t>
          </a:r>
        </a:p>
      </dsp:txBody>
      <dsp:txXfrm>
        <a:off x="5871881" y="2655852"/>
        <a:ext cx="1750168" cy="17501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27A78C-80C1-45BB-AB20-E872C591AC58}">
      <dsp:nvSpPr>
        <dsp:cNvPr id="0" name=""/>
        <dsp:cNvSpPr/>
      </dsp:nvSpPr>
      <dsp:spPr>
        <a:xfrm>
          <a:off x="776532" y="0"/>
          <a:ext cx="8800697" cy="4058751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13BEF9-0544-4DA1-9820-F7A730691ECA}">
      <dsp:nvSpPr>
        <dsp:cNvPr id="0" name=""/>
        <dsp:cNvSpPr/>
      </dsp:nvSpPr>
      <dsp:spPr>
        <a:xfrm>
          <a:off x="4405" y="1217625"/>
          <a:ext cx="1618518" cy="1623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Basics</a:t>
          </a:r>
        </a:p>
      </dsp:txBody>
      <dsp:txXfrm>
        <a:off x="83415" y="1296635"/>
        <a:ext cx="1460498" cy="1465480"/>
      </dsp:txXfrm>
    </dsp:sp>
    <dsp:sp modelId="{F0D72E57-AA28-4922-A6E7-5A336390F2E4}">
      <dsp:nvSpPr>
        <dsp:cNvPr id="0" name=""/>
        <dsp:cNvSpPr/>
      </dsp:nvSpPr>
      <dsp:spPr>
        <a:xfrm>
          <a:off x="1749692" y="1217625"/>
          <a:ext cx="1618518" cy="16235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ML Concepts</a:t>
          </a:r>
        </a:p>
      </dsp:txBody>
      <dsp:txXfrm>
        <a:off x="1828702" y="1296635"/>
        <a:ext cx="1460498" cy="1465480"/>
      </dsp:txXfrm>
    </dsp:sp>
    <dsp:sp modelId="{D37D3E0E-A78F-4779-A59C-759C770E074F}">
      <dsp:nvSpPr>
        <dsp:cNvPr id="0" name=""/>
        <dsp:cNvSpPr/>
      </dsp:nvSpPr>
      <dsp:spPr>
        <a:xfrm>
          <a:off x="3494978" y="1217625"/>
          <a:ext cx="1618518" cy="16235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DL Concepts</a:t>
          </a:r>
        </a:p>
      </dsp:txBody>
      <dsp:txXfrm>
        <a:off x="3573988" y="1296635"/>
        <a:ext cx="1460498" cy="1465480"/>
      </dsp:txXfrm>
    </dsp:sp>
    <dsp:sp modelId="{28036914-275E-41F6-A908-D96AEDEA77E7}">
      <dsp:nvSpPr>
        <dsp:cNvPr id="0" name=""/>
        <dsp:cNvSpPr/>
      </dsp:nvSpPr>
      <dsp:spPr>
        <a:xfrm>
          <a:off x="5240264" y="1217625"/>
          <a:ext cx="1618518" cy="16235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AI Concepts</a:t>
          </a:r>
        </a:p>
      </dsp:txBody>
      <dsp:txXfrm>
        <a:off x="5319274" y="1296635"/>
        <a:ext cx="1460498" cy="1465480"/>
      </dsp:txXfrm>
    </dsp:sp>
    <dsp:sp modelId="{C58574BD-A08A-430A-8B4B-788AC65F7CAD}">
      <dsp:nvSpPr>
        <dsp:cNvPr id="0" name=""/>
        <dsp:cNvSpPr/>
      </dsp:nvSpPr>
      <dsp:spPr>
        <a:xfrm>
          <a:off x="6985551" y="1217625"/>
          <a:ext cx="1618518" cy="16235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Mini Projects</a:t>
          </a:r>
        </a:p>
      </dsp:txBody>
      <dsp:txXfrm>
        <a:off x="7064561" y="1296635"/>
        <a:ext cx="1460498" cy="1465480"/>
      </dsp:txXfrm>
    </dsp:sp>
    <dsp:sp modelId="{4A2112F2-0B1E-4519-A6B2-077AB10BD41F}">
      <dsp:nvSpPr>
        <dsp:cNvPr id="0" name=""/>
        <dsp:cNvSpPr/>
      </dsp:nvSpPr>
      <dsp:spPr>
        <a:xfrm>
          <a:off x="8730837" y="1217625"/>
          <a:ext cx="1618518" cy="1623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Full Stack Project</a:t>
          </a:r>
        </a:p>
      </dsp:txBody>
      <dsp:txXfrm>
        <a:off x="8809847" y="1296635"/>
        <a:ext cx="1460498" cy="14654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5F53FB-B28F-462D-9249-6221E8111548}">
      <dsp:nvSpPr>
        <dsp:cNvPr id="0" name=""/>
        <dsp:cNvSpPr/>
      </dsp:nvSpPr>
      <dsp:spPr>
        <a:xfrm>
          <a:off x="873104" y="0"/>
          <a:ext cx="9895184" cy="4011562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34EAB8-043C-4470-A217-B8074AE84DE0}">
      <dsp:nvSpPr>
        <dsp:cNvPr id="0" name=""/>
        <dsp:cNvSpPr/>
      </dsp:nvSpPr>
      <dsp:spPr>
        <a:xfrm>
          <a:off x="5684" y="1203468"/>
          <a:ext cx="1125486" cy="160462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Python &amp; it’s library</a:t>
          </a:r>
        </a:p>
      </dsp:txBody>
      <dsp:txXfrm>
        <a:off x="60626" y="1258410"/>
        <a:ext cx="1015602" cy="1494740"/>
      </dsp:txXfrm>
    </dsp:sp>
    <dsp:sp modelId="{50943AD2-5D5C-48E3-A0AE-3A711D887FF4}">
      <dsp:nvSpPr>
        <dsp:cNvPr id="0" name=""/>
        <dsp:cNvSpPr/>
      </dsp:nvSpPr>
      <dsp:spPr>
        <a:xfrm>
          <a:off x="1318751" y="1203468"/>
          <a:ext cx="1125486" cy="160462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Mathematics</a:t>
          </a:r>
        </a:p>
      </dsp:txBody>
      <dsp:txXfrm>
        <a:off x="1373693" y="1258410"/>
        <a:ext cx="1015602" cy="1494740"/>
      </dsp:txXfrm>
    </dsp:sp>
    <dsp:sp modelId="{24C2B71E-A45B-4EA9-9FBA-57ECEABD1625}">
      <dsp:nvSpPr>
        <dsp:cNvPr id="0" name=""/>
        <dsp:cNvSpPr/>
      </dsp:nvSpPr>
      <dsp:spPr>
        <a:xfrm>
          <a:off x="2631818" y="1203468"/>
          <a:ext cx="1125486" cy="160462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Database</a:t>
          </a:r>
        </a:p>
      </dsp:txBody>
      <dsp:txXfrm>
        <a:off x="2686760" y="1258410"/>
        <a:ext cx="1015602" cy="1494740"/>
      </dsp:txXfrm>
    </dsp:sp>
    <dsp:sp modelId="{757A2E4F-DC6F-4EDE-BD8C-7A4F7D0A98AF}">
      <dsp:nvSpPr>
        <dsp:cNvPr id="0" name=""/>
        <dsp:cNvSpPr/>
      </dsp:nvSpPr>
      <dsp:spPr>
        <a:xfrm>
          <a:off x="3944886" y="1203468"/>
          <a:ext cx="1125486" cy="160462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ML Part-1</a:t>
          </a:r>
        </a:p>
      </dsp:txBody>
      <dsp:txXfrm>
        <a:off x="3999828" y="1258410"/>
        <a:ext cx="1015602" cy="1494740"/>
      </dsp:txXfrm>
    </dsp:sp>
    <dsp:sp modelId="{3566CA29-37A7-4D30-901C-C1AE6B71EB1C}">
      <dsp:nvSpPr>
        <dsp:cNvPr id="0" name=""/>
        <dsp:cNvSpPr/>
      </dsp:nvSpPr>
      <dsp:spPr>
        <a:xfrm>
          <a:off x="5257953" y="1203468"/>
          <a:ext cx="1125486" cy="160462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ML Part-2</a:t>
          </a:r>
        </a:p>
      </dsp:txBody>
      <dsp:txXfrm>
        <a:off x="5312895" y="1258410"/>
        <a:ext cx="1015602" cy="1494740"/>
      </dsp:txXfrm>
    </dsp:sp>
    <dsp:sp modelId="{DF04DF71-FE95-4217-AC29-1D6375A08866}">
      <dsp:nvSpPr>
        <dsp:cNvPr id="0" name=""/>
        <dsp:cNvSpPr/>
      </dsp:nvSpPr>
      <dsp:spPr>
        <a:xfrm>
          <a:off x="6571020" y="1203468"/>
          <a:ext cx="1125486" cy="160462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ML part-3</a:t>
          </a:r>
        </a:p>
      </dsp:txBody>
      <dsp:txXfrm>
        <a:off x="6625962" y="1258410"/>
        <a:ext cx="1015602" cy="1494740"/>
      </dsp:txXfrm>
    </dsp:sp>
    <dsp:sp modelId="{621C0C26-1120-4109-BFD4-A43FCB205B21}">
      <dsp:nvSpPr>
        <dsp:cNvPr id="0" name=""/>
        <dsp:cNvSpPr/>
      </dsp:nvSpPr>
      <dsp:spPr>
        <a:xfrm>
          <a:off x="7884087" y="1203468"/>
          <a:ext cx="1125486" cy="160462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DL</a:t>
          </a:r>
        </a:p>
      </dsp:txBody>
      <dsp:txXfrm>
        <a:off x="7939029" y="1258410"/>
        <a:ext cx="1015602" cy="1494740"/>
      </dsp:txXfrm>
    </dsp:sp>
    <dsp:sp modelId="{EF25506D-EBB0-4105-94D5-CEF9D984616E}">
      <dsp:nvSpPr>
        <dsp:cNvPr id="0" name=""/>
        <dsp:cNvSpPr/>
      </dsp:nvSpPr>
      <dsp:spPr>
        <a:xfrm>
          <a:off x="9197155" y="1203468"/>
          <a:ext cx="1125486" cy="160462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AI</a:t>
          </a:r>
        </a:p>
      </dsp:txBody>
      <dsp:txXfrm>
        <a:off x="9252097" y="1258410"/>
        <a:ext cx="1015602" cy="1494740"/>
      </dsp:txXfrm>
    </dsp:sp>
    <dsp:sp modelId="{324CD186-5EC9-4571-98A0-9A3A991655A7}">
      <dsp:nvSpPr>
        <dsp:cNvPr id="0" name=""/>
        <dsp:cNvSpPr/>
      </dsp:nvSpPr>
      <dsp:spPr>
        <a:xfrm>
          <a:off x="10510222" y="1203468"/>
          <a:ext cx="1125486" cy="160462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DevOOP’s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565164" y="1258410"/>
        <a:ext cx="1015602" cy="14947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8A61C2-AA13-4FEA-834E-36514A91F8C7}">
      <dsp:nvSpPr>
        <dsp:cNvPr id="0" name=""/>
        <dsp:cNvSpPr/>
      </dsp:nvSpPr>
      <dsp:spPr>
        <a:xfrm>
          <a:off x="2860059" y="0"/>
          <a:ext cx="4029254" cy="4029254"/>
        </a:xfrm>
        <a:prstGeom prst="triangl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E70A7-2F96-42BC-85B3-97F71FCD7B44}">
      <dsp:nvSpPr>
        <dsp:cNvPr id="0" name=""/>
        <dsp:cNvSpPr/>
      </dsp:nvSpPr>
      <dsp:spPr>
        <a:xfrm>
          <a:off x="4874686" y="403318"/>
          <a:ext cx="2619015" cy="57290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Complete Notes </a:t>
          </a:r>
        </a:p>
      </dsp:txBody>
      <dsp:txXfrm>
        <a:off x="4902653" y="431285"/>
        <a:ext cx="2563081" cy="516975"/>
      </dsp:txXfrm>
    </dsp:sp>
    <dsp:sp modelId="{40297447-0ED7-4F90-9D05-D47D74BDD25C}">
      <dsp:nvSpPr>
        <dsp:cNvPr id="0" name=""/>
        <dsp:cNvSpPr/>
      </dsp:nvSpPr>
      <dsp:spPr>
        <a:xfrm>
          <a:off x="4874686" y="1047842"/>
          <a:ext cx="2619015" cy="57290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Practice Problems </a:t>
          </a:r>
        </a:p>
      </dsp:txBody>
      <dsp:txXfrm>
        <a:off x="4902653" y="1075809"/>
        <a:ext cx="2563081" cy="516975"/>
      </dsp:txXfrm>
    </dsp:sp>
    <dsp:sp modelId="{2A5B47ED-93F6-4736-A9A7-B5D61F0246A1}">
      <dsp:nvSpPr>
        <dsp:cNvPr id="0" name=""/>
        <dsp:cNvSpPr/>
      </dsp:nvSpPr>
      <dsp:spPr>
        <a:xfrm>
          <a:off x="4874686" y="1692365"/>
          <a:ext cx="2619015" cy="57290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Assignments </a:t>
          </a:r>
        </a:p>
      </dsp:txBody>
      <dsp:txXfrm>
        <a:off x="4902653" y="1720332"/>
        <a:ext cx="2563081" cy="516975"/>
      </dsp:txXfrm>
    </dsp:sp>
    <dsp:sp modelId="{8FFAD287-63CC-487C-88E8-C70CEBB06AE0}">
      <dsp:nvSpPr>
        <dsp:cNvPr id="0" name=""/>
        <dsp:cNvSpPr/>
      </dsp:nvSpPr>
      <dsp:spPr>
        <a:xfrm>
          <a:off x="4874686" y="2336888"/>
          <a:ext cx="2619015" cy="57290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Source Code Project Files </a:t>
          </a:r>
        </a:p>
      </dsp:txBody>
      <dsp:txXfrm>
        <a:off x="4902653" y="2364855"/>
        <a:ext cx="2563081" cy="516975"/>
      </dsp:txXfrm>
    </dsp:sp>
    <dsp:sp modelId="{3321387B-28BA-4B60-A11E-52D44230FE34}">
      <dsp:nvSpPr>
        <dsp:cNvPr id="0" name=""/>
        <dsp:cNvSpPr/>
      </dsp:nvSpPr>
      <dsp:spPr>
        <a:xfrm>
          <a:off x="4874686" y="2981411"/>
          <a:ext cx="2619015" cy="57290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Revision Material</a:t>
          </a:r>
        </a:p>
      </dsp:txBody>
      <dsp:txXfrm>
        <a:off x="4902653" y="3009378"/>
        <a:ext cx="2563081" cy="5169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714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954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23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886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851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624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038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686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18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595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357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3179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887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044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087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573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153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C7509DE-FE68-47AB-81B9-762CAC15BA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6B76157-B8CE-4856-BBBD-A9A0CC051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923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BDB67-FF9F-3E68-436A-CA0517C29A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Orientation Session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0F346-B0B8-0F0D-5714-4805A42838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AIML Series - Vedha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B8142-960A-0130-9FF5-75340E50FC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7"/>
            <a:ext cx="2083253" cy="208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7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078-BC1A-522B-8A93-1B6D64BA6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AI/ML Veda?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5154B9D-5429-0DAF-6448-B2E7CE32E1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1699550"/>
              </p:ext>
            </p:extLst>
          </p:nvPr>
        </p:nvGraphicFramePr>
        <p:xfrm>
          <a:off x="-137652" y="1712784"/>
          <a:ext cx="11405209" cy="4973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629F758-5C61-1CFC-7A29-EFE47A74AA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7"/>
            <a:ext cx="2083253" cy="208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81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E38E-2ADF-C4B6-8BD6-CD8F8BD5D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OF VEDHA SERIES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574668-37EF-201A-9713-7344616A5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7367418"/>
              </p:ext>
            </p:extLst>
          </p:nvPr>
        </p:nvGraphicFramePr>
        <p:xfrm>
          <a:off x="913795" y="1860268"/>
          <a:ext cx="10353762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78C0275-4CA0-4CBC-60DB-5072CAC2A8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7"/>
            <a:ext cx="2083253" cy="208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88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95CC-9001-C304-CE20-90638E9A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CONCEPTS IN VEDHA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7E7E5A-8AFC-8FB3-5C17-80AFC2E016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1231961"/>
              </p:ext>
            </p:extLst>
          </p:nvPr>
        </p:nvGraphicFramePr>
        <p:xfrm>
          <a:off x="334296" y="1779639"/>
          <a:ext cx="11641393" cy="4011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95F8CA1-9C44-03A9-2F2E-FBA83CDB5A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7"/>
            <a:ext cx="2083253" cy="208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44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468DA-1AD5-C0D6-E406-1B1DDEF32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You'll Get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53BD332-5AC5-8663-3DE1-B5FD4AAEBB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960787"/>
              </p:ext>
            </p:extLst>
          </p:nvPr>
        </p:nvGraphicFramePr>
        <p:xfrm>
          <a:off x="913795" y="1732450"/>
          <a:ext cx="10353762" cy="4029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6BB0131-C8E4-5D37-766B-5C0EC95541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7"/>
            <a:ext cx="2083253" cy="208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4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66510-6FC6-733F-CC40-589F233F1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Your Participation (The Only Fee)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E2C80-6D0C-EF2C-21A4-5CA8021CD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969" y="1978255"/>
            <a:ext cx="10353762" cy="4058751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Watch the session.</a:t>
            </a:r>
          </a:p>
          <a:p>
            <a:pPr>
              <a:buFont typeface="+mj-lt"/>
              <a:buAutoNum type="arabicPeriod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Take a screenshot while attending.</a:t>
            </a:r>
          </a:p>
          <a:p>
            <a:pPr>
              <a:buFont typeface="+mj-lt"/>
              <a:buAutoNum type="arabicPeriod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it on LinkedIn.</a:t>
            </a:r>
          </a:p>
          <a:p>
            <a:pPr>
              <a:buFont typeface="+mj-lt"/>
              <a:buAutoNum type="arabicPeriod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 your learning.</a:t>
            </a:r>
          </a:p>
          <a:p>
            <a:pPr>
              <a:buFont typeface="+mj-lt"/>
              <a:buAutoNum type="arabicPeriod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Tag: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Your LinkedIn Profile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Nirvana LinkedIn Page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39729-FE2C-91EC-C6EF-0F26692BB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7"/>
            <a:ext cx="2083253" cy="208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44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E61A1-A4BF-264F-F6FB-8152812C2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Community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F5CE7-C788-9F77-204E-301E528C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70101"/>
            <a:ext cx="10353762" cy="405875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Please: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 consistent.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 assignments.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Ask doubts respectfully.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 fellow learners.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Avoid negativity.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Stay disciplined.</a:t>
            </a:r>
          </a:p>
          <a:p>
            <a:pPr>
              <a:buNone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3BEE1-6E71-93CE-DD9B-35D1ED606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7"/>
            <a:ext cx="2083253" cy="208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4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471BF-2CFF-1AD7-118C-75252E351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What Happens After </a:t>
            </a:r>
            <a:br>
              <a:rPr lang="en-IN" dirty="0"/>
            </a:br>
            <a:r>
              <a:rPr lang="en-IN" dirty="0"/>
              <a:t>Completing This Series?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411D2-A56A-1630-D0F4-901766192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27417"/>
            <a:ext cx="10353762" cy="405875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the end of the series, you will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AI fundamentals.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ML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Deep Learning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 with LLMs.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AI projects.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strong portfolio.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 for placements.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 for internships.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freelancing.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Begin AI research.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7AC2C7-CEC8-CF8E-0278-020A99151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7"/>
            <a:ext cx="2083253" cy="208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394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4623-476B-26E2-B0CA-C1766D9C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Stay Connected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827E9-0F06-A779-6690-DF1DAF5D7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243"/>
            <a:ext cx="10353762" cy="405875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YouTube Channel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Instagram (if available)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Telegram/Discord/WhatsApp Community (if available)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(if available)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202CBC-733B-CA45-189C-EA9C92044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7"/>
            <a:ext cx="2083253" cy="208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572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80C603-826E-ED95-F594-44B3F821AC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84D38-CEFE-7671-5952-365750CFB0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2335427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110</TotalTime>
  <Words>243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Calisto MT</vt:lpstr>
      <vt:lpstr>Times New Roman</vt:lpstr>
      <vt:lpstr>Wingdings 2</vt:lpstr>
      <vt:lpstr>Slate</vt:lpstr>
      <vt:lpstr>Orientation Session</vt:lpstr>
      <vt:lpstr>Why AI/ML Veda?</vt:lpstr>
      <vt:lpstr>FOLLOW OF VEDHA SERIES</vt:lpstr>
      <vt:lpstr>CONCEPTS IN VEDHA</vt:lpstr>
      <vt:lpstr>What You'll Get</vt:lpstr>
      <vt:lpstr>Your Participation (The Only Fee)</vt:lpstr>
      <vt:lpstr>Community Guidelines</vt:lpstr>
      <vt:lpstr>What Happens After  Completing This Series?</vt:lpstr>
      <vt:lpstr>Stay Connected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 karthikeya</dc:creator>
  <cp:lastModifiedBy>vishwa karthikeya</cp:lastModifiedBy>
  <cp:revision>2</cp:revision>
  <dcterms:created xsi:type="dcterms:W3CDTF">2026-06-25T19:45:55Z</dcterms:created>
  <dcterms:modified xsi:type="dcterms:W3CDTF">2026-07-01T09:05:11Z</dcterms:modified>
</cp:coreProperties>
</file>