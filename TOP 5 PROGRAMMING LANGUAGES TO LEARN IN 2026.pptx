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52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647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2448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6621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896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47740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480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7012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7360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9426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926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848469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931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76225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5168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5491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59485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7DA2474-599D-4F8B-B104-19475B76527A}" type="datetimeFigureOut">
              <a:rPr lang="en-IN" smtClean="0"/>
              <a:t>27-12-2025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7143478C-1F92-4A4A-AAA1-237B029022E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4836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9E8B3-40A0-BEFE-680A-249B1E2A28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TOP 5 PROGRAMMING LANGUAGES TO LEARN IN 2026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C5ED5D-FFD5-4016-0869-1A7B25622C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By </a:t>
            </a:r>
            <a:r>
              <a:rPr lang="en-IN" dirty="0" err="1"/>
              <a:t>codeNirvahana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3C8167-59A8-7410-2631-C2AB80F212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11" y="-85419"/>
            <a:ext cx="2194437" cy="2194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5801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43CE5-CFB8-AE89-8DB8-6FE3EB0E4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TOP 5 PROGRAMMING LANGUAGES FOR 2026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29489B-36D8-03F0-414B-959C82121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Based on the latest industry rankings and adoption data from </a:t>
            </a:r>
            <a:r>
              <a:rPr lang="en-IN" dirty="0" err="1"/>
              <a:t>Tiobe</a:t>
            </a:r>
            <a:r>
              <a:rPr lang="en-IN" dirty="0"/>
              <a:t> Index and global usage trends, the top 5 programming languages are: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Python — 28.97% usage share (Leader)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Java — 13.94% usage share (Enterprise &amp; Backend)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C/C++ — 10.54% usage share (Systems &amp; Performance)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C# — 6.94% usage share (Microsoft/.NET &amp; Game Dev)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b="1" dirty="0"/>
              <a:t>JavaScript — 3.41% usage share (Web &amp; Full-Stack)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13302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18296-E826-373F-D8C4-20E9C6E39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— The #1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A54A8-CD17-BB76-F2E7-777E34823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474839"/>
            <a:ext cx="10353762" cy="5102942"/>
          </a:xfrm>
        </p:spPr>
        <p:txBody>
          <a:bodyPr numCol="2">
            <a:normAutofit/>
          </a:bodyPr>
          <a:lstStyle/>
          <a:p>
            <a:r>
              <a:rPr lang="en-IN" sz="1700" b="1" dirty="0"/>
              <a:t>What is Python?</a:t>
            </a:r>
            <a:br>
              <a:rPr lang="en-IN" sz="1700" dirty="0"/>
            </a:br>
            <a:r>
              <a:rPr lang="en-IN" sz="1700" dirty="0"/>
              <a:t>    Python is a high-level, readable language used for general-purpose programming.</a:t>
            </a:r>
          </a:p>
          <a:p>
            <a:r>
              <a:rPr lang="en-IN" sz="1700" b="1" dirty="0"/>
              <a:t>Applications:</a:t>
            </a:r>
            <a:endParaRPr lang="en-IN" sz="17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700" dirty="0"/>
              <a:t>Data Science &amp; Machine Learning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700" dirty="0"/>
              <a:t>Web development (Django, Flask)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700" dirty="0"/>
              <a:t>Automation &amp; Scripting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sz="1700" dirty="0"/>
              <a:t>Scientific computing</a:t>
            </a:r>
          </a:p>
          <a:p>
            <a:r>
              <a:rPr lang="en-IN" sz="1700" b="1" dirty="0"/>
              <a:t>Domain Usage:</a:t>
            </a:r>
            <a:br>
              <a:rPr lang="en-IN" sz="1700" dirty="0"/>
            </a:br>
            <a:r>
              <a:rPr lang="en-IN" sz="1700" dirty="0"/>
              <a:t>AI, ML, Data Analytics, Web apps, Automation</a:t>
            </a:r>
          </a:p>
          <a:p>
            <a:r>
              <a:rPr lang="en-IN" sz="1700" b="1" dirty="0"/>
              <a:t>Salary Range (India):</a:t>
            </a:r>
            <a:r>
              <a:rPr lang="en-IN" sz="1700" dirty="0"/>
              <a:t> ₹4–15 LPA</a:t>
            </a:r>
            <a:br>
              <a:rPr lang="en-IN" sz="1700" dirty="0"/>
            </a:br>
            <a:r>
              <a:rPr lang="en-IN" sz="1700" b="1" dirty="0"/>
              <a:t>Salary Range (Global):</a:t>
            </a:r>
            <a:r>
              <a:rPr lang="en-IN" sz="1700" dirty="0"/>
              <a:t> $80,000–$140,000 USD</a:t>
            </a:r>
          </a:p>
          <a:p>
            <a:r>
              <a:rPr lang="en-IN" sz="1700" b="1" dirty="0"/>
              <a:t>Why Learn Python?</a:t>
            </a:r>
            <a:endParaRPr lang="en-IN" sz="17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/>
              <a:t>Easy syntax for beginners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/>
              <a:t>Huge library ecosystem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1700" dirty="0"/>
              <a:t>Strong community &amp; job market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90584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942CB-13EE-9433-F3AB-718852EA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Java — Enterprise &amp; Backend Powerhouse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A0C159-1075-AC5F-A4B3-E2CA874A34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697848"/>
          </a:xfrm>
        </p:spPr>
        <p:txBody>
          <a:bodyPr numCol="2">
            <a:normAutofit fontScale="40000" lnSpcReduction="20000"/>
          </a:bodyPr>
          <a:lstStyle/>
          <a:p>
            <a:r>
              <a:rPr lang="en-IN" sz="5000" b="1" dirty="0"/>
              <a:t>JAVA PROGRAMMING LANGUAGE</a:t>
            </a:r>
            <a:endParaRPr lang="en-IN" sz="5000" dirty="0"/>
          </a:p>
          <a:p>
            <a:r>
              <a:rPr lang="en-IN" sz="5000" b="1" dirty="0"/>
              <a:t>What is Java?</a:t>
            </a:r>
            <a:br>
              <a:rPr lang="en-IN" sz="5000" dirty="0"/>
            </a:br>
            <a:r>
              <a:rPr lang="en-IN" sz="4200" dirty="0"/>
              <a:t>Java is an object-oriented language widely used in enterprise applications and Android development.</a:t>
            </a:r>
          </a:p>
          <a:p>
            <a:r>
              <a:rPr lang="en-IN" sz="5000" b="1" dirty="0"/>
              <a:t>Applications:</a:t>
            </a:r>
            <a:endParaRPr lang="en-IN" sz="5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5000" dirty="0"/>
              <a:t>Enterprise backend systems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5000" dirty="0"/>
              <a:t>Android mobile apps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5000" dirty="0"/>
              <a:t>Cloud applications</a:t>
            </a:r>
          </a:p>
          <a:p>
            <a:r>
              <a:rPr lang="en-IN" sz="5000" b="1" dirty="0"/>
              <a:t>Domain Usage:</a:t>
            </a:r>
            <a:br>
              <a:rPr lang="en-IN" sz="5000" dirty="0"/>
            </a:br>
            <a:r>
              <a:rPr lang="en-IN" sz="5000" dirty="0"/>
              <a:t>Enterprise software, Android, Financial tech</a:t>
            </a:r>
          </a:p>
          <a:p>
            <a:r>
              <a:rPr lang="en-IN" sz="5000" b="1" dirty="0"/>
              <a:t>Salary Range (India):</a:t>
            </a:r>
            <a:r>
              <a:rPr lang="en-IN" sz="5000" dirty="0"/>
              <a:t> ₹5–18 LPA</a:t>
            </a:r>
            <a:br>
              <a:rPr lang="en-IN" sz="5000" dirty="0"/>
            </a:br>
            <a:r>
              <a:rPr lang="en-IN" sz="5000" b="1" dirty="0"/>
              <a:t>Salary Range (Global):</a:t>
            </a:r>
            <a:r>
              <a:rPr lang="en-IN" sz="5000" dirty="0"/>
              <a:t> $90,000–$150,000 USD</a:t>
            </a:r>
          </a:p>
          <a:p>
            <a:r>
              <a:rPr lang="en-IN" sz="5000" b="1" dirty="0"/>
              <a:t>Why Learn Java?</a:t>
            </a:r>
            <a:endParaRPr lang="en-IN" sz="50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5000" dirty="0"/>
              <a:t>Platform-independent (Write Once Run Anywhere)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5000" dirty="0"/>
              <a:t>Strong presence in big companies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5000" dirty="0"/>
              <a:t>High demand in backend &amp; enterprise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6049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FF3FC0-2834-90DE-944D-1E27AD9C0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 &amp; C++ — Performance and Systems Programming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CB6F9-E252-97D8-3CF0-DECF563EB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b="1" dirty="0"/>
              <a:t>What are C and C++?</a:t>
            </a:r>
            <a:br>
              <a:rPr lang="en-US" dirty="0"/>
            </a:br>
            <a:r>
              <a:rPr lang="en-US" dirty="0"/>
              <a:t>C and C++ are foundational languages that provide control over system resources and performance.</a:t>
            </a:r>
          </a:p>
          <a:p>
            <a:r>
              <a:rPr lang="en-US" b="1" dirty="0"/>
              <a:t>Applications: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Operating systems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Embedded systems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Game engines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High-performance computing</a:t>
            </a:r>
          </a:p>
          <a:p>
            <a:r>
              <a:rPr lang="en-US" b="1" dirty="0"/>
              <a:t>Domain Usage:</a:t>
            </a:r>
            <a:br>
              <a:rPr lang="en-US" dirty="0"/>
            </a:br>
            <a:r>
              <a:rPr lang="en-US" dirty="0"/>
              <a:t>Systems programming, game engines, hardware-level development</a:t>
            </a:r>
          </a:p>
          <a:p>
            <a:r>
              <a:rPr lang="en-US" b="1" dirty="0"/>
              <a:t>Salary Range (India):</a:t>
            </a:r>
            <a:r>
              <a:rPr lang="en-US" dirty="0"/>
              <a:t> ₹6–20 LPA</a:t>
            </a:r>
            <a:br>
              <a:rPr lang="en-US" dirty="0"/>
            </a:br>
            <a:r>
              <a:rPr lang="en-US" b="1" dirty="0"/>
              <a:t>Salary Range (Global):</a:t>
            </a:r>
            <a:r>
              <a:rPr lang="en-US" dirty="0"/>
              <a:t> $90,000–$160,000 USD</a:t>
            </a:r>
          </a:p>
          <a:p>
            <a:r>
              <a:rPr lang="en-US" b="1" dirty="0"/>
              <a:t>Why Learn C/C++?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Great for understanding computer architecture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Required for performance-critical systems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21112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98A5F-141C-CB9A-CF0B-BE8847B2CD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C# — .NET &amp; Game Development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F2E1C-823D-81E8-59E2-5723B61CD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b="1" dirty="0"/>
              <a:t>What is C#?</a:t>
            </a:r>
            <a:br>
              <a:rPr lang="en-US" dirty="0"/>
            </a:br>
            <a:r>
              <a:rPr lang="en-US" dirty="0"/>
              <a:t>C# is a language developed by Microsoft, primarily used with the .NET framework.</a:t>
            </a:r>
          </a:p>
          <a:p>
            <a:r>
              <a:rPr lang="en-US" b="1" dirty="0"/>
              <a:t>Applications: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Desktop applications (Windows)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Web APIs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Game development (Unity)</a:t>
            </a:r>
          </a:p>
          <a:p>
            <a:r>
              <a:rPr lang="en-US" b="1" dirty="0"/>
              <a:t>Domain Usage:</a:t>
            </a:r>
            <a:br>
              <a:rPr lang="en-US" dirty="0"/>
            </a:br>
            <a:r>
              <a:rPr lang="en-US" dirty="0"/>
              <a:t>.NET ecosystem, game dev, enterprise apps</a:t>
            </a:r>
          </a:p>
          <a:p>
            <a:r>
              <a:rPr lang="en-US" b="1" dirty="0"/>
              <a:t>Salary Range (India):</a:t>
            </a:r>
            <a:r>
              <a:rPr lang="en-US" dirty="0"/>
              <a:t> ₹5–17 LPA</a:t>
            </a:r>
            <a:br>
              <a:rPr lang="en-US" dirty="0"/>
            </a:br>
            <a:r>
              <a:rPr lang="en-US" b="1" dirty="0"/>
              <a:t>Salary Range (Global):</a:t>
            </a:r>
            <a:r>
              <a:rPr lang="en-US" dirty="0"/>
              <a:t> $80,000–$140,000 USD</a:t>
            </a:r>
          </a:p>
          <a:p>
            <a:r>
              <a:rPr lang="en-US" b="1" dirty="0"/>
              <a:t>Why Learn C#?</a:t>
            </a:r>
            <a:endParaRPr lang="en-US" dirty="0"/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Excellent for beginners transitioning to professional dev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Large ecosystem with Unity for games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4508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F88BC-5543-56B2-B4E4-F3B2A833E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JAVASCRIPT PROGRAMMING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49E2C-5689-8E9B-338B-A7E1EA0C2E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IN" b="1" dirty="0"/>
              <a:t>What is JavaScript?</a:t>
            </a:r>
            <a:br>
              <a:rPr lang="en-IN" dirty="0"/>
            </a:br>
            <a:r>
              <a:rPr lang="en-IN" dirty="0"/>
              <a:t>JavaScript is the core language of the web used in frontend and backend (Node.js).</a:t>
            </a:r>
          </a:p>
          <a:p>
            <a:r>
              <a:rPr lang="en-IN" b="1" dirty="0"/>
              <a:t>Applications: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Frontend web development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Backend with Node.js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Full-stack JavaScript projects</a:t>
            </a:r>
          </a:p>
          <a:p>
            <a:r>
              <a:rPr lang="en-IN" b="1" dirty="0"/>
              <a:t>Domain Usage:</a:t>
            </a:r>
            <a:br>
              <a:rPr lang="en-IN" dirty="0"/>
            </a:br>
            <a:r>
              <a:rPr lang="en-IN" dirty="0"/>
              <a:t>Web development, interactive interfaces</a:t>
            </a:r>
          </a:p>
          <a:p>
            <a:r>
              <a:rPr lang="en-IN" b="1" dirty="0"/>
              <a:t>Salary Range (India):</a:t>
            </a:r>
            <a:r>
              <a:rPr lang="en-IN" dirty="0"/>
              <a:t> ₹4–15 LPA</a:t>
            </a:r>
            <a:br>
              <a:rPr lang="en-IN" dirty="0"/>
            </a:br>
            <a:r>
              <a:rPr lang="en-IN" b="1" dirty="0"/>
              <a:t>Salary Range (Global):</a:t>
            </a:r>
            <a:r>
              <a:rPr lang="en-IN" dirty="0"/>
              <a:t> $75,000–$130,000 USD</a:t>
            </a:r>
          </a:p>
          <a:p>
            <a:r>
              <a:rPr lang="en-IN" b="1" dirty="0"/>
              <a:t>Why Learn JavaScript?</a:t>
            </a:r>
            <a:endParaRPr lang="en-IN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Essential for web development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dirty="0"/>
              <a:t>Universal language for client &amp; server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1356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DEE7E-03C4-3341-2DA3-FD58C883E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9FA5B-E2EE-E878-D849-B9AF2A18D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Top 5 programming languages to learn for 2026:</a:t>
            </a:r>
          </a:p>
          <a:p>
            <a:r>
              <a:rPr lang="en-IN" dirty="0"/>
              <a:t>Python</a:t>
            </a:r>
          </a:p>
          <a:p>
            <a:r>
              <a:rPr lang="en-IN" dirty="0"/>
              <a:t>Java</a:t>
            </a:r>
          </a:p>
          <a:p>
            <a:r>
              <a:rPr lang="en-IN" dirty="0"/>
              <a:t>C / C++</a:t>
            </a:r>
          </a:p>
          <a:p>
            <a:r>
              <a:rPr lang="en-IN" dirty="0"/>
              <a:t>C#</a:t>
            </a:r>
          </a:p>
          <a:p>
            <a:r>
              <a:rPr lang="en-IN" dirty="0"/>
              <a:t>JavaScript</a:t>
            </a:r>
          </a:p>
          <a:p>
            <a:r>
              <a:rPr lang="en-IN" b="1" dirty="0"/>
              <a:t>Recommendation for Beginners:</a:t>
            </a:r>
            <a:br>
              <a:rPr lang="en-IN" dirty="0"/>
            </a:br>
            <a:r>
              <a:rPr lang="en-IN" dirty="0"/>
              <a:t>Start with </a:t>
            </a:r>
            <a:r>
              <a:rPr lang="en-IN" b="1" dirty="0"/>
              <a:t>Python</a:t>
            </a:r>
            <a:r>
              <a:rPr lang="en-IN" dirty="0"/>
              <a:t> — easy syntax and versatile usage. Then progress to </a:t>
            </a:r>
            <a:r>
              <a:rPr lang="en-IN" b="1" dirty="0"/>
              <a:t>JavaScript</a:t>
            </a:r>
            <a:r>
              <a:rPr lang="en-IN" dirty="0"/>
              <a:t> or </a:t>
            </a:r>
            <a:r>
              <a:rPr lang="en-IN" b="1" dirty="0"/>
              <a:t>Java</a:t>
            </a:r>
            <a:r>
              <a:rPr lang="en-IN" dirty="0"/>
              <a:t> for web and backend applications.</a:t>
            </a:r>
          </a:p>
          <a:p>
            <a:r>
              <a:rPr lang="en-IN" dirty="0"/>
              <a:t>Learning multiple languages increases job opportunities and problem-solving skills.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7863466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31</TotalTime>
  <Words>602</Words>
  <Application>Microsoft Office PowerPoint</Application>
  <PresentationFormat>Widescreen</PresentationFormat>
  <Paragraphs>78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Calisto MT</vt:lpstr>
      <vt:lpstr>Wingdings</vt:lpstr>
      <vt:lpstr>Wingdings 2</vt:lpstr>
      <vt:lpstr>Slate</vt:lpstr>
      <vt:lpstr>TOP 5 PROGRAMMING LANGUAGES TO LEARN IN 2026</vt:lpstr>
      <vt:lpstr>TOP 5 PROGRAMMING LANGUAGES FOR 2026</vt:lpstr>
      <vt:lpstr>Python — The #1 Language</vt:lpstr>
      <vt:lpstr>Java — Enterprise &amp; Backend Powerhouse</vt:lpstr>
      <vt:lpstr>C &amp; C++ — Performance and Systems Programming</vt:lpstr>
      <vt:lpstr>C# — .NET &amp; Game Development</vt:lpstr>
      <vt:lpstr>JAVASCRIPT PROGRAMMING LANGUAGE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vishwa karthikeya</dc:creator>
  <cp:lastModifiedBy>vishwa karthikeya</cp:lastModifiedBy>
  <cp:revision>1</cp:revision>
  <dcterms:created xsi:type="dcterms:W3CDTF">2025-12-27T17:28:42Z</dcterms:created>
  <dcterms:modified xsi:type="dcterms:W3CDTF">2025-12-27T17:59:53Z</dcterms:modified>
</cp:coreProperties>
</file>